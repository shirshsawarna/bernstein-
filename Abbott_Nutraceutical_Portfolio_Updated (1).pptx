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5fa577735da4a86" /><Relationship Type="http://schemas.openxmlformats.org/officeDocument/2006/relationships/extended-properties" Target="/docProps/app.xml" Id="Rb8b8b44049d0480e" /><Relationship Type="http://schemas.openxmlformats.org/officeDocument/2006/relationships/officeDocument" Target="/ppt/presentation.xml" Id="R80e9cba5d91a4599" /></Relationships>
</file>

<file path=ppt/presentation.xml><?xml version="1.0" encoding="utf-8"?>
<p:presentation xmlns:p="http://schemas.openxmlformats.org/presentationml/2006/main">
  <p:sldMasterIdLst>
    <p:sldMasterId xmlns:r="http://schemas.openxmlformats.org/officeDocument/2006/relationships" id="2147483648" r:id="Ra771589c701f4912"/>
  </p:sldMasterIdLst>
  <p:notesMasterIdLst>
    <p:notesMasterId xmlns:r="http://schemas.openxmlformats.org/officeDocument/2006/relationships" r:id="R2bc70285f5404a37"/>
  </p:notesMasterIdLst>
  <p:sldIdLst>
    <p:sldId xmlns:r="http://schemas.openxmlformats.org/officeDocument/2006/relationships" id="256" r:id="Rda5c4671dfcc49e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080a402b630419e" /><Relationship Type="http://schemas.openxmlformats.org/officeDocument/2006/relationships/slideMaster" Target="/ppt/slideMasters/slideMaster1.xml" Id="Ra771589c701f4912" /><Relationship Type="http://schemas.openxmlformats.org/officeDocument/2006/relationships/notesMaster" Target="/ppt/notesMasters/notesMaster1.xml" Id="R2bc70285f5404a37" /><Relationship Type="http://schemas.openxmlformats.org/officeDocument/2006/relationships/presProps" Target="/ppt/presProps.xml" Id="R2c4342ea989f4140" /><Relationship Type="http://schemas.openxmlformats.org/officeDocument/2006/relationships/tableStyles" Target="/ppt/tableStyles.xml" Id="R739fba04b07c453d" /><Relationship Type="http://schemas.openxmlformats.org/officeDocument/2006/relationships/slide" Target="/ppt/slides/slide1.xml" Id="Rda5c4671dfcc49e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ca539253104404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imbus Sans"/>
        <a:ea typeface=""/>
        <a:cs typeface=""/>
      </a:majorFont>
      <a:minorFont>
        <a:latin typeface="Nimbus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aed2bbd7cc44f4a" /><Relationship Type="http://schemas.openxmlformats.org/officeDocument/2006/relationships/notesMaster" Target="/ppt/notesMasters/notesMaster1.xml" Id="R6f177e426da24a9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Revised on 26 October 2026. Product-led exhibit with eight pack shots and the user-requested wording that approximately 5% of listed-company sales may go away. No scenario chart or transfer-scope sensitivity is included.</a:t>
            </a:r>
          </a:p>
          <a:p xmlns:a="http://schemas.openxmlformats.org/drawingml/2006/main">
            <a:r>
              <a:t/>
            </a:r>
          </a:p>
          <a:p xmlns:a="http://schemas.openxmlformats.org/drawingml/2006/main">
            <a:r>
              <a:t>The 5% figure is the supplied working estimate, not an independently verified company disclosure. The global announcement does not confirm an Abbott India Limited brand transfer or consideration. The caption uses may, and the visible source line preserves the distinction.</a:t>
            </a:r>
          </a:p>
          <a:p xmlns:a="http://schemas.openxmlformats.org/drawingml/2006/main">
            <a:r>
              <a:t/>
            </a:r>
          </a:p>
          <a:p xmlns:a="http://schemas.openxmlformats.org/drawingml/2006/main">
            <a:r>
              <a:t>Official global announcement dated 21 October 2026: https://www.abbottinvestor.com/static-files/30c3dc25-192e-409e-891b-6c54fc0097de . Global Nutrition approximately USD8.5bn annual sales, targeted separation by end-2027 through a distribution to Abbott Laboratories shareholders. Do not conflate the US parent-shareholder distribution with the Indian listed entity or assert that its brands transfer automatically.</a:t>
            </a:r>
          </a:p>
          <a:p xmlns:a="http://schemas.openxmlformats.org/drawingml/2006/main">
            <a:r>
              <a:t/>
            </a:r>
          </a:p>
          <a:p xmlns:a="http://schemas.openxmlformats.org/drawingml/2006/main">
            <a:r>
              <a:t>Portfolio and the 12 families are drawn from user IMG_3360.jpg. Eight pictured families: Arachitol, Surbex Gold, Evitol, Thyrocal D3, FloraChamp, Combinorm Plus, Viadek and Abocal. Four additional families shown as text: Benegut, Combinorm, Antoxipan / DS and Citro-Soda / UTI. The groupings and captions describe product types, not a sales ranking.</a:t>
            </a:r>
          </a:p>
          <a:p xmlns:a="http://schemas.openxmlformats.org/drawingml/2006/main">
            <a:r>
              <a:t/>
            </a:r>
          </a:p>
          <a:p xmlns:a="http://schemas.openxmlformats.org/drawingml/2006/main">
            <a:r>
              <a:t>Primary entity/SKU corroboration: https://www.abbott.in/content/dam/corp/abbott/en-in/homepage/about-abbott/abbott-gst/consumers/Abbott-India-Limited-Price-List.pdf . The products span different HSN categories. Arachitol and Citro-Soda include pharmaceutical as well as food/supplement SKUs. Nutraceutical terminology in the supplied screen does not establish regulatory status or the separation perimeter.</a:t>
            </a:r>
          </a:p>
          <a:p xmlns:a="http://schemas.openxmlformats.org/drawingml/2006/main">
            <a:r>
              <a:t/>
            </a:r>
          </a:p>
          <a:p xmlns:a="http://schemas.openxmlformats.org/drawingml/2006/main">
            <a:r>
              <a:t>Product photos are illustrative and may show a different pack/strength or older marketer details. Product-type captions follow the pictured labels. No dosage recommendation or therapeutic-benefit claim is made.</a:t>
            </a:r>
          </a:p>
          <a:p xmlns:a="http://schemas.openxmlformats.org/drawingml/2006/main">
            <a:r>
              <a:t/>
            </a:r>
          </a:p>
          <a:p xmlns:a="http://schemas.openxmlformats.org/drawingml/2006/main">
            <a:r>
              <a:t>Arachitol Nano image: https://cdn.grofers.com/da/cms-assets/cms/product/7922845a-c220-4dad-b8ac-0a42c04e20ff.jpg . Source https://blinkit.com/prn/arachitol-nano-60k-sugar-free-bottle-of-5ml-solution/prid/649566</a:t>
            </a:r>
          </a:p>
          <a:p xmlns:a="http://schemas.openxmlformats.org/drawingml/2006/main">
            <a:r>
              <a:t/>
            </a:r>
          </a:p>
          <a:p xmlns:a="http://schemas.openxmlformats.org/drawingml/2006/main">
            <a:r>
              <a:t>Surbex Gold image: https://images.apollo247.in/pub/media/catalog/product/S/U/SUR0540_1_1.jpg . Source https://www.apollopharmacy.in/otc/surbex-gold-softgel-capsules-15-s</a:t>
            </a:r>
          </a:p>
          <a:p xmlns:a="http://schemas.openxmlformats.org/drawingml/2006/main">
            <a:r>
              <a:t/>
            </a:r>
          </a:p>
          <a:p xmlns:a="http://schemas.openxmlformats.org/drawingml/2006/main">
            <a:r>
              <a:t>Evitol image: https://images.apollo247.in/pub/media/catalog/product/E/V/EVI0085_1_1.jpg?tr=q-85 . Source https://www.apollopharmacy.in/otc/evitol-softgel-capsule-15-s</a:t>
            </a:r>
          </a:p>
          <a:p xmlns:a="http://schemas.openxmlformats.org/drawingml/2006/main">
            <a:r>
              <a:t/>
            </a:r>
          </a:p>
          <a:p xmlns:a="http://schemas.openxmlformats.org/drawingml/2006/main">
            <a:r>
              <a:t>Thyrocal D3 image: https://d1s24u4ln0wd0i.cloudfront.net/med/13392/THYROCAL%20D3%20TABLET%2030%27S_1.webp . Source https://www.medkart.in/order-medicine/thyrocal-d3-tablet-30s</a:t>
            </a:r>
          </a:p>
          <a:p xmlns:a="http://schemas.openxmlformats.org/drawingml/2006/main">
            <a:r>
              <a:t/>
            </a:r>
          </a:p>
          <a:p xmlns:a="http://schemas.openxmlformats.org/drawingml/2006/main">
            <a:r>
              <a:t>FloraChamp image: https://images.apollo247.in/pub/media/catalog/product/F/L/FLO0579_2.jpg?tr=q-85 . Source https://www.apollopharmacy.in/otc/flora-champ-orange-flav-sachet-5g</a:t>
            </a:r>
          </a:p>
          <a:p xmlns:a="http://schemas.openxmlformats.org/drawingml/2006/main">
            <a:r>
              <a:t/>
            </a:r>
          </a:p>
          <a:p xmlns:a="http://schemas.openxmlformats.org/drawingml/2006/main">
            <a:r>
              <a:t>Combinorm Plus image: https://cdn.pixelbin.io/v2/plain-cake-860195/netmed/wrkr/products/assets/item/free/original/sYHvcPPl81-combinorm_plus_capsule_2x15s_842052_0_0.jpg . Source https://www.netmeds.com/product/combinorm-plus-capsule-2x15s-mcersm-11276574</a:t>
            </a:r>
          </a:p>
          <a:p xmlns:a="http://schemas.openxmlformats.org/drawingml/2006/main">
            <a:r>
              <a:t/>
            </a:r>
          </a:p>
          <a:p xmlns:a="http://schemas.openxmlformats.org/drawingml/2006/main">
            <a:r>
              <a:t>Viadek image: https://cdn01.pharmeasy.in/dam/productsnowatermark/H09461/viadek-bottle-of-30-tablets-combo-3-1756954872-non-watermarked.jpg?dim=640x640&amp;q=75 . Source https://pharmeasy.in/online-medicine-order/viadek-tab-30-s-223059</a:t>
            </a:r>
          </a:p>
          <a:p xmlns:a="http://schemas.openxmlformats.org/drawingml/2006/main">
            <a:r>
              <a:t/>
            </a:r>
          </a:p>
          <a:p xmlns:a="http://schemas.openxmlformats.org/drawingml/2006/main">
            <a:r>
              <a:t>Abocal image: https://images.apollo247.in/pub/media/catalog/product/A/B/ABO0010_1_1.jpg . Source https://www.apollopharmacy.in/otc/abocal-500mg-tablet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ded68a13a1a49f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7de47c1938f4bf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ad3f6bc9118483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a3dd59a150347b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4208c32c6f24ff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8ec1f1f03b24c2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EA020E5-911C-44CC-957D-35C1EEDD91E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A184A02-E23D-4015-8A13-5431872AC14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57FD9C5-D6D9-4ACF-9A5F-D2A9406CD90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72D4A64-0437-4CFB-8ADC-B55D39AB21D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8C87DAF-9D8F-4575-A7DF-CF7D119791B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1C18F0F-ABB2-44C8-892F-AF8EE7663DD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310B7D2-A64A-4F81-9C01-9284C64F1C7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FEFC47F-6D6C-4A78-A6C9-F2E846C6D6C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D75EF66-A97D-4C7C-872E-5A3C3B7D3DA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7BC30E7-F282-49DA-82C9-F532640C446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9c3c5a872a24ac6" /><Relationship Type="http://schemas.openxmlformats.org/officeDocument/2006/relationships/slideLayout" Target="/ppt/slideLayouts/slideLayout1.xml" Id="Rfd25385bfda54883" /><Relationship Type="http://schemas.openxmlformats.org/officeDocument/2006/relationships/slideLayout" Target="/ppt/slideLayouts/slideLayout2.xml" Id="R702e582d62b74b44" /><Relationship Type="http://schemas.openxmlformats.org/officeDocument/2006/relationships/slideLayout" Target="/ppt/slideLayouts/slideLayout3.xml" Id="R3d4a4bdfcaec4f87" /><Relationship Type="http://schemas.openxmlformats.org/officeDocument/2006/relationships/slideLayout" Target="/ppt/slideLayouts/slideLayout4.xml" Id="Rc4b9eb54d32b4fb7" /><Relationship Type="http://schemas.openxmlformats.org/officeDocument/2006/relationships/slideLayout" Target="/ppt/slideLayouts/slideLayout5.xml" Id="R5be8fbba60b94248" /><Relationship Type="http://schemas.openxmlformats.org/officeDocument/2006/relationships/slideLayout" Target="/ppt/slideLayouts/slideLayout6.xml" Id="Rae00ed06b3044c8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d25385bfda54883"/>
    <p:sldLayoutId xmlns:r="http://schemas.openxmlformats.org/officeDocument/2006/relationships" id="2147483650" r:id="R702e582d62b74b44"/>
    <p:sldLayoutId xmlns:r="http://schemas.openxmlformats.org/officeDocument/2006/relationships" id="2147483651" r:id="R3d4a4bdfcaec4f87"/>
    <p:sldLayoutId xmlns:r="http://schemas.openxmlformats.org/officeDocument/2006/relationships" id="2147483652" r:id="Rc4b9eb54d32b4fb7"/>
    <p:sldLayoutId xmlns:r="http://schemas.openxmlformats.org/officeDocument/2006/relationships" id="2147483653" r:id="R5be8fbba60b94248"/>
    <p:sldLayoutId xmlns:r="http://schemas.openxmlformats.org/officeDocument/2006/relationships" id="2147483654" r:id="Rae00ed06b3044c8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cf689115608428e" /><Relationship Type="http://schemas.openxmlformats.org/officeDocument/2006/relationships/image" Target="/ppt/media/image.jpeg" Id="R13f9ff82c0f04e6a" /><Relationship Type="http://schemas.openxmlformats.org/officeDocument/2006/relationships/image" Target="/ppt/media/image2.jpeg" Id="Redd218a4c51d483b" /><Relationship Type="http://schemas.openxmlformats.org/officeDocument/2006/relationships/image" Target="/ppt/media/image3.jpeg" Id="R4894874437ab4633" /><Relationship Type="http://schemas.openxmlformats.org/officeDocument/2006/relationships/image" Target="/ppt/media/image.png" Id="Rb9e8721aa5d84b2c" /><Relationship Type="http://schemas.openxmlformats.org/officeDocument/2006/relationships/image" Target="/ppt/media/image4.jpeg" Id="R2733f9df56884610" /><Relationship Type="http://schemas.openxmlformats.org/officeDocument/2006/relationships/image" Target="/ppt/media/image5.jpeg" Id="R9ec644649ae94d10" /><Relationship Type="http://schemas.openxmlformats.org/officeDocument/2006/relationships/image" Target="/ppt/media/image6.jpeg" Id="R40a2fc6df40c4f24" /><Relationship Type="http://schemas.openxmlformats.org/officeDocument/2006/relationships/image" Target="/ppt/media/image7.jpeg" Id="R47ceac811c134243" /><Relationship Type="http://schemas.openxmlformats.org/officeDocument/2006/relationships/notesSlide" Target="/ppt/notesSlides/notesSlide1.xml" Id="R3e2ae6c846094c4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headline">
            <a:extLst xmlns:a="http://schemas.openxmlformats.org/drawingml/2006/main">
              <a:ext uri="{FF2B5EF4-FFF2-40B4-BE49-F238E27FC236}">
                <a16:creationId xmlns:a16="http://schemas.microsoft.com/office/drawing/2014/main" id="{4A8F3BC1-BC3D-4D61-8C68-65208977A990}"/>
              </a:ext>
            </a:extLst>
          </p:cNvPr>
          <p:cNvSpPr>
            <a:spLocks xmlns:a="http://schemas.openxmlformats.org/drawingml/2006/main" noGrp="1"/>
          </p:cNvSpPr>
          <p:nvPr/>
        </p:nvSpPr>
        <p:spPr>
          <a:xfrm xmlns:a="http://schemas.openxmlformats.org/drawingml/2006/main">
            <a:off x="514350" y="323850"/>
            <a:ext cx="111442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003F6B"/>
                </a:solidFill>
                <a:latin typeface="Nimbus Sans"/>
                <a:ea typeface="Nimbus Sans"/>
                <a:cs typeface="Nimbus Sans"/>
              </a:defRPr>
            </a:defPPr>
            <a:lvl1pPr algn="l">
              <a:defRPr sz="2475" b="1">
                <a:solidFill>
                  <a:srgbClr val="003F6B"/>
                </a:solidFill>
                <a:latin typeface="Nimbus Sans"/>
                <a:ea typeface="Nimbus Sans"/>
                <a:cs typeface="Nimbus Sans"/>
              </a:defRPr>
            </a:lvl1pPr>
            <a:lvl2pPr algn="l">
              <a:defRPr sz="2475" b="1">
                <a:solidFill>
                  <a:srgbClr val="003F6B"/>
                </a:solidFill>
                <a:latin typeface="Nimbus Sans"/>
                <a:ea typeface="Nimbus Sans"/>
                <a:cs typeface="Nimbus Sans"/>
              </a:defRPr>
            </a:lvl2pPr>
            <a:lvl3pPr algn="l">
              <a:defRPr sz="2475" b="1">
                <a:solidFill>
                  <a:srgbClr val="003F6B"/>
                </a:solidFill>
                <a:latin typeface="Nimbus Sans"/>
                <a:ea typeface="Nimbus Sans"/>
                <a:cs typeface="Nimbus Sans"/>
              </a:defRPr>
            </a:lvl3pPr>
            <a:lvl4pPr algn="l">
              <a:defRPr sz="2475" b="1">
                <a:solidFill>
                  <a:srgbClr val="003F6B"/>
                </a:solidFill>
                <a:latin typeface="Nimbus Sans"/>
                <a:ea typeface="Nimbus Sans"/>
                <a:cs typeface="Nimbus Sans"/>
              </a:defRPr>
            </a:lvl4pPr>
            <a:lvl5pPr algn="l">
              <a:defRPr sz="2475" b="1">
                <a:solidFill>
                  <a:srgbClr val="003F6B"/>
                </a:solidFill>
                <a:latin typeface="Nimbus Sans"/>
                <a:ea typeface="Nimbus Sans"/>
                <a:cs typeface="Nimbus Sans"/>
              </a:defRPr>
            </a:lvl5pPr>
            <a:lvl6pPr algn="l">
              <a:defRPr sz="2475" b="1">
                <a:solidFill>
                  <a:srgbClr val="003F6B"/>
                </a:solidFill>
                <a:latin typeface="Nimbus Sans"/>
                <a:ea typeface="Nimbus Sans"/>
                <a:cs typeface="Nimbus Sans"/>
              </a:defRPr>
            </a:lvl6pPr>
            <a:lvl7pPr algn="l">
              <a:defRPr sz="2475" b="1">
                <a:solidFill>
                  <a:srgbClr val="003F6B"/>
                </a:solidFill>
                <a:latin typeface="Nimbus Sans"/>
                <a:ea typeface="Nimbus Sans"/>
                <a:cs typeface="Nimbus Sans"/>
              </a:defRPr>
            </a:lvl7pPr>
            <a:lvl8pPr algn="l">
              <a:defRPr sz="2475" b="1">
                <a:solidFill>
                  <a:srgbClr val="003F6B"/>
                </a:solidFill>
                <a:latin typeface="Nimbus Sans"/>
                <a:ea typeface="Nimbus Sans"/>
                <a:cs typeface="Nimbus Sans"/>
              </a:defRPr>
            </a:lvl8pPr>
            <a:lvl9pPr algn="l">
              <a:defRPr sz="2475" b="1">
                <a:solidFill>
                  <a:srgbClr val="003F6B"/>
                </a:solidFill>
                <a:latin typeface="Nimbus Sans"/>
                <a:ea typeface="Nimbus Sans"/>
                <a:cs typeface="Nimbus Sans"/>
              </a:defRPr>
            </a:lvl9pPr>
          </a:lstStyle>
          <a:p xmlns:a="http://schemas.openxmlformats.org/drawingml/2006/main">
            <a:pPr algn="l">
              <a:defRPr sz="2475" b="1">
                <a:solidFill>
                  <a:srgbClr val="003F6B"/>
                </a:solidFill>
                <a:latin typeface="Nimbus Sans"/>
                <a:ea typeface="Nimbus Sans"/>
                <a:cs typeface="Nimbus Sans"/>
              </a:defRPr>
            </a:pPr>
            <a:r>
              <a:rPr sz="2475" b="1">
                <a:solidFill>
                  <a:srgbClr val="003F6B"/>
                </a:solidFill>
                <a:latin typeface="Nimbus Sans"/>
                <a:ea typeface="Nimbus Sans"/>
                <a:cs typeface="Nimbus Sans"/>
              </a:rPr>
              <a:t>Nutraceutical portfolio: ~5% of Abbott India’s sales may go away</a:t>
            </a:r>
          </a:p>
        </p:txBody>
      </p:sp>
      <p:sp>
        <p:nvSpPr>
          <p:cNvPr id="2" name="subtitle">
            <a:extLst xmlns:a="http://schemas.openxmlformats.org/drawingml/2006/main">
              <a:ext uri="{FF2B5EF4-FFF2-40B4-BE49-F238E27FC236}">
                <a16:creationId xmlns:a16="http://schemas.microsoft.com/office/drawing/2014/main" id="{5DD35B71-DEA5-4062-BEC6-4C94C538D289}"/>
              </a:ext>
            </a:extLst>
          </p:cNvPr>
          <p:cNvSpPr>
            <a:spLocks xmlns:a="http://schemas.openxmlformats.org/drawingml/2006/main" noGrp="1"/>
          </p:cNvSpPr>
          <p:nvPr/>
        </p:nvSpPr>
        <p:spPr>
          <a:xfrm xmlns:a="http://schemas.openxmlformats.org/drawingml/2006/main">
            <a:off x="533400" y="914400"/>
            <a:ext cx="11144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5F6E7A"/>
                </a:solidFill>
                <a:latin typeface="Nimbus Sans"/>
                <a:ea typeface="Nimbus Sans"/>
                <a:cs typeface="Nimbus Sans"/>
              </a:defRPr>
            </a:defPPr>
            <a:lvl1pPr algn="l">
              <a:defRPr sz="1425" b="0">
                <a:solidFill>
                  <a:srgbClr val="5F6E7A"/>
                </a:solidFill>
                <a:latin typeface="Nimbus Sans"/>
                <a:ea typeface="Nimbus Sans"/>
                <a:cs typeface="Nimbus Sans"/>
              </a:defRPr>
            </a:lvl1pPr>
            <a:lvl2pPr algn="l">
              <a:defRPr sz="1425" b="0">
                <a:solidFill>
                  <a:srgbClr val="5F6E7A"/>
                </a:solidFill>
                <a:latin typeface="Nimbus Sans"/>
                <a:ea typeface="Nimbus Sans"/>
                <a:cs typeface="Nimbus Sans"/>
              </a:defRPr>
            </a:lvl2pPr>
            <a:lvl3pPr algn="l">
              <a:defRPr sz="1425" b="0">
                <a:solidFill>
                  <a:srgbClr val="5F6E7A"/>
                </a:solidFill>
                <a:latin typeface="Nimbus Sans"/>
                <a:ea typeface="Nimbus Sans"/>
                <a:cs typeface="Nimbus Sans"/>
              </a:defRPr>
            </a:lvl3pPr>
            <a:lvl4pPr algn="l">
              <a:defRPr sz="1425" b="0">
                <a:solidFill>
                  <a:srgbClr val="5F6E7A"/>
                </a:solidFill>
                <a:latin typeface="Nimbus Sans"/>
                <a:ea typeface="Nimbus Sans"/>
                <a:cs typeface="Nimbus Sans"/>
              </a:defRPr>
            </a:lvl4pPr>
            <a:lvl5pPr algn="l">
              <a:defRPr sz="1425" b="0">
                <a:solidFill>
                  <a:srgbClr val="5F6E7A"/>
                </a:solidFill>
                <a:latin typeface="Nimbus Sans"/>
                <a:ea typeface="Nimbus Sans"/>
                <a:cs typeface="Nimbus Sans"/>
              </a:defRPr>
            </a:lvl5pPr>
            <a:lvl6pPr algn="l">
              <a:defRPr sz="1425" b="0">
                <a:solidFill>
                  <a:srgbClr val="5F6E7A"/>
                </a:solidFill>
                <a:latin typeface="Nimbus Sans"/>
                <a:ea typeface="Nimbus Sans"/>
                <a:cs typeface="Nimbus Sans"/>
              </a:defRPr>
            </a:lvl6pPr>
            <a:lvl7pPr algn="l">
              <a:defRPr sz="1425" b="0">
                <a:solidFill>
                  <a:srgbClr val="5F6E7A"/>
                </a:solidFill>
                <a:latin typeface="Nimbus Sans"/>
                <a:ea typeface="Nimbus Sans"/>
                <a:cs typeface="Nimbus Sans"/>
              </a:defRPr>
            </a:lvl7pPr>
            <a:lvl8pPr algn="l">
              <a:defRPr sz="1425" b="0">
                <a:solidFill>
                  <a:srgbClr val="5F6E7A"/>
                </a:solidFill>
                <a:latin typeface="Nimbus Sans"/>
                <a:ea typeface="Nimbus Sans"/>
                <a:cs typeface="Nimbus Sans"/>
              </a:defRPr>
            </a:lvl8pPr>
            <a:lvl9pPr algn="l">
              <a:defRPr sz="1425" b="0">
                <a:solidFill>
                  <a:srgbClr val="5F6E7A"/>
                </a:solidFill>
                <a:latin typeface="Nimbus Sans"/>
                <a:ea typeface="Nimbus Sans"/>
                <a:cs typeface="Nimbus Sans"/>
              </a:defRPr>
            </a:lvl9pPr>
          </a:lstStyle>
          <a:p xmlns:a="http://schemas.openxmlformats.org/drawingml/2006/main">
            <a:pPr algn="l">
              <a:defRPr sz="1425" b="0">
                <a:solidFill>
                  <a:srgbClr val="5F6E7A"/>
                </a:solidFill>
                <a:latin typeface="Nimbus Sans"/>
                <a:ea typeface="Nimbus Sans"/>
                <a:cs typeface="Nimbus Sans"/>
              </a:defRPr>
            </a:pPr>
            <a:r>
              <a:rPr sz="1425" b="0">
                <a:solidFill>
                  <a:srgbClr val="5F6E7A"/>
                </a:solidFill>
                <a:latin typeface="Nimbus Sans"/>
                <a:ea typeface="Nimbus Sans"/>
                <a:cs typeface="Nimbus Sans"/>
              </a:rPr>
              <a:t>Selected supplements and adjacent products across calcium, vitamins and gut health</a:t>
            </a:r>
          </a:p>
        </p:txBody>
      </p:sp>
      <p:sp>
        <p:nvSpPr>
          <p:cNvPr id="3" name="portfolio-heading">
            <a:extLst xmlns:a="http://schemas.openxmlformats.org/drawingml/2006/main">
              <a:ext uri="{FF2B5EF4-FFF2-40B4-BE49-F238E27FC236}">
                <a16:creationId xmlns:a16="http://schemas.microsoft.com/office/drawing/2014/main" id="{83ED85D3-EEED-40E4-A1D7-B5D825E4FAB7}"/>
              </a:ext>
            </a:extLst>
          </p:cNvPr>
          <p:cNvSpPr>
            <a:spLocks xmlns:a="http://schemas.openxmlformats.org/drawingml/2006/main" noGrp="1"/>
          </p:cNvSpPr>
          <p:nvPr/>
        </p:nvSpPr>
        <p:spPr>
          <a:xfrm xmlns:a="http://schemas.openxmlformats.org/drawingml/2006/main">
            <a:off x="533400" y="1438275"/>
            <a:ext cx="876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003F6B"/>
                </a:solidFill>
                <a:latin typeface="Nimbus Sans"/>
                <a:ea typeface="Nimbus Sans"/>
                <a:cs typeface="Nimbus Sans"/>
              </a:defRPr>
            </a:defPPr>
            <a:lvl1pPr algn="l">
              <a:defRPr sz="1575" b="1">
                <a:solidFill>
                  <a:srgbClr val="003F6B"/>
                </a:solidFill>
                <a:latin typeface="Nimbus Sans"/>
                <a:ea typeface="Nimbus Sans"/>
                <a:cs typeface="Nimbus Sans"/>
              </a:defRPr>
            </a:lvl1pPr>
            <a:lvl2pPr algn="l">
              <a:defRPr sz="1575" b="1">
                <a:solidFill>
                  <a:srgbClr val="003F6B"/>
                </a:solidFill>
                <a:latin typeface="Nimbus Sans"/>
                <a:ea typeface="Nimbus Sans"/>
                <a:cs typeface="Nimbus Sans"/>
              </a:defRPr>
            </a:lvl2pPr>
            <a:lvl3pPr algn="l">
              <a:defRPr sz="1575" b="1">
                <a:solidFill>
                  <a:srgbClr val="003F6B"/>
                </a:solidFill>
                <a:latin typeface="Nimbus Sans"/>
                <a:ea typeface="Nimbus Sans"/>
                <a:cs typeface="Nimbus Sans"/>
              </a:defRPr>
            </a:lvl3pPr>
            <a:lvl4pPr algn="l">
              <a:defRPr sz="1575" b="1">
                <a:solidFill>
                  <a:srgbClr val="003F6B"/>
                </a:solidFill>
                <a:latin typeface="Nimbus Sans"/>
                <a:ea typeface="Nimbus Sans"/>
                <a:cs typeface="Nimbus Sans"/>
              </a:defRPr>
            </a:lvl4pPr>
            <a:lvl5pPr algn="l">
              <a:defRPr sz="1575" b="1">
                <a:solidFill>
                  <a:srgbClr val="003F6B"/>
                </a:solidFill>
                <a:latin typeface="Nimbus Sans"/>
                <a:ea typeface="Nimbus Sans"/>
                <a:cs typeface="Nimbus Sans"/>
              </a:defRPr>
            </a:lvl5pPr>
            <a:lvl6pPr algn="l">
              <a:defRPr sz="1575" b="1">
                <a:solidFill>
                  <a:srgbClr val="003F6B"/>
                </a:solidFill>
                <a:latin typeface="Nimbus Sans"/>
                <a:ea typeface="Nimbus Sans"/>
                <a:cs typeface="Nimbus Sans"/>
              </a:defRPr>
            </a:lvl6pPr>
            <a:lvl7pPr algn="l">
              <a:defRPr sz="1575" b="1">
                <a:solidFill>
                  <a:srgbClr val="003F6B"/>
                </a:solidFill>
                <a:latin typeface="Nimbus Sans"/>
                <a:ea typeface="Nimbus Sans"/>
                <a:cs typeface="Nimbus Sans"/>
              </a:defRPr>
            </a:lvl7pPr>
            <a:lvl8pPr algn="l">
              <a:defRPr sz="1575" b="1">
                <a:solidFill>
                  <a:srgbClr val="003F6B"/>
                </a:solidFill>
                <a:latin typeface="Nimbus Sans"/>
                <a:ea typeface="Nimbus Sans"/>
                <a:cs typeface="Nimbus Sans"/>
              </a:defRPr>
            </a:lvl8pPr>
            <a:lvl9pPr algn="l">
              <a:defRPr sz="1575" b="1">
                <a:solidFill>
                  <a:srgbClr val="003F6B"/>
                </a:solidFill>
                <a:latin typeface="Nimbus Sans"/>
                <a:ea typeface="Nimbus Sans"/>
                <a:cs typeface="Nimbus Sans"/>
              </a:defRPr>
            </a:lvl9pPr>
          </a:lstStyle>
          <a:p xmlns:a="http://schemas.openxmlformats.org/drawingml/2006/main">
            <a:pPr algn="l">
              <a:defRPr sz="1575" b="1">
                <a:solidFill>
                  <a:srgbClr val="003F6B"/>
                </a:solidFill>
                <a:latin typeface="Nimbus Sans"/>
                <a:ea typeface="Nimbus Sans"/>
                <a:cs typeface="Nimbus Sans"/>
              </a:defRPr>
            </a:pPr>
            <a:r>
              <a:rPr sz="1575" b="1">
                <a:solidFill>
                  <a:srgbClr val="003F6B"/>
                </a:solidFill>
                <a:latin typeface="Nimbus Sans"/>
                <a:ea typeface="Nimbus Sans"/>
                <a:cs typeface="Nimbus Sans"/>
              </a:rPr>
              <a:t>Selected brands and product types</a:t>
            </a:r>
          </a:p>
        </p:txBody>
      </p:sp>
      <p:pic>
        <p:nvPicPr>
          <p:cNvPr id="4" name="">
            <a:extLst xmlns:a="http://schemas.openxmlformats.org/drawingml/2006/main">
              <a:ext uri="{FF2B5EF4-FFF2-40B4-BE49-F238E27FC236}">
                <a16:creationId xmlns:a16="http://schemas.microsoft.com/office/drawing/2014/main" id="{09AA2FB1-B3C2-4B62-BCD6-5089CE2EA569}"/>
              </a:ext>
            </a:extLst>
          </p:cNvPr>
          <p:cNvPicPr>
            <a:picLocks xmlns:a="http://schemas.openxmlformats.org/drawingml/2006/main" noChangeAspect="1"/>
          </p:cNvPicPr>
          <p:nvPr/>
        </p:nvPicPr>
        <p:blipFill>
          <a:blip xmlns:r="http://schemas.openxmlformats.org/officeDocument/2006/relationships" xmlns:a="http://schemas.openxmlformats.org/drawingml/2006/main" r:embed="R13f9ff82c0f04e6a"/>
          <a:stretch xmlns:a="http://schemas.openxmlformats.org/drawingml/2006/main"/>
        </p:blipFill>
        <p:spPr>
          <a:xfrm xmlns:a="http://schemas.openxmlformats.org/drawingml/2006/main">
            <a:off x="895350" y="1847850"/>
            <a:ext cx="1276350" cy="1276350"/>
          </a:xfrm>
          <a:prstGeom xmlns:a="http://schemas.openxmlformats.org/drawingml/2006/main" prst="rect">
            <a:avLst/>
          </a:prstGeom>
        </p:spPr>
      </p:pic>
      <p:sp>
        <p:nvSpPr>
          <p:cNvPr id="5" name="brand-0">
            <a:extLst xmlns:a="http://schemas.openxmlformats.org/drawingml/2006/main">
              <a:ext uri="{FF2B5EF4-FFF2-40B4-BE49-F238E27FC236}">
                <a16:creationId xmlns:a16="http://schemas.microsoft.com/office/drawing/2014/main" id="{1F9FFA68-1789-4554-B5A7-DCDDEC6BCBE7}"/>
              </a:ext>
            </a:extLst>
          </p:cNvPr>
          <p:cNvSpPr>
            <a:spLocks xmlns:a="http://schemas.openxmlformats.org/drawingml/2006/main" noGrp="1"/>
          </p:cNvSpPr>
          <p:nvPr/>
        </p:nvSpPr>
        <p:spPr>
          <a:xfrm xmlns:a="http://schemas.openxmlformats.org/drawingml/2006/main">
            <a:off x="533400" y="3248025"/>
            <a:ext cx="2000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75" b="1">
                <a:solidFill>
                  <a:srgbClr val="003F6B"/>
                </a:solidFill>
                <a:latin typeface="Nimbus Sans"/>
                <a:ea typeface="Nimbus Sans"/>
                <a:cs typeface="Nimbus Sans"/>
              </a:defRPr>
            </a:defPPr>
            <a:lvl1pPr algn="ctr">
              <a:defRPr sz="1575" b="1">
                <a:solidFill>
                  <a:srgbClr val="003F6B"/>
                </a:solidFill>
                <a:latin typeface="Nimbus Sans"/>
                <a:ea typeface="Nimbus Sans"/>
                <a:cs typeface="Nimbus Sans"/>
              </a:defRPr>
            </a:lvl1pPr>
            <a:lvl2pPr algn="ctr">
              <a:defRPr sz="1575" b="1">
                <a:solidFill>
                  <a:srgbClr val="003F6B"/>
                </a:solidFill>
                <a:latin typeface="Nimbus Sans"/>
                <a:ea typeface="Nimbus Sans"/>
                <a:cs typeface="Nimbus Sans"/>
              </a:defRPr>
            </a:lvl2pPr>
            <a:lvl3pPr algn="ctr">
              <a:defRPr sz="1575" b="1">
                <a:solidFill>
                  <a:srgbClr val="003F6B"/>
                </a:solidFill>
                <a:latin typeface="Nimbus Sans"/>
                <a:ea typeface="Nimbus Sans"/>
                <a:cs typeface="Nimbus Sans"/>
              </a:defRPr>
            </a:lvl3pPr>
            <a:lvl4pPr algn="ctr">
              <a:defRPr sz="1575" b="1">
                <a:solidFill>
                  <a:srgbClr val="003F6B"/>
                </a:solidFill>
                <a:latin typeface="Nimbus Sans"/>
                <a:ea typeface="Nimbus Sans"/>
                <a:cs typeface="Nimbus Sans"/>
              </a:defRPr>
            </a:lvl4pPr>
            <a:lvl5pPr algn="ctr">
              <a:defRPr sz="1575" b="1">
                <a:solidFill>
                  <a:srgbClr val="003F6B"/>
                </a:solidFill>
                <a:latin typeface="Nimbus Sans"/>
                <a:ea typeface="Nimbus Sans"/>
                <a:cs typeface="Nimbus Sans"/>
              </a:defRPr>
            </a:lvl5pPr>
            <a:lvl6pPr algn="ctr">
              <a:defRPr sz="1575" b="1">
                <a:solidFill>
                  <a:srgbClr val="003F6B"/>
                </a:solidFill>
                <a:latin typeface="Nimbus Sans"/>
                <a:ea typeface="Nimbus Sans"/>
                <a:cs typeface="Nimbus Sans"/>
              </a:defRPr>
            </a:lvl6pPr>
            <a:lvl7pPr algn="ctr">
              <a:defRPr sz="1575" b="1">
                <a:solidFill>
                  <a:srgbClr val="003F6B"/>
                </a:solidFill>
                <a:latin typeface="Nimbus Sans"/>
                <a:ea typeface="Nimbus Sans"/>
                <a:cs typeface="Nimbus Sans"/>
              </a:defRPr>
            </a:lvl7pPr>
            <a:lvl8pPr algn="ctr">
              <a:defRPr sz="1575" b="1">
                <a:solidFill>
                  <a:srgbClr val="003F6B"/>
                </a:solidFill>
                <a:latin typeface="Nimbus Sans"/>
                <a:ea typeface="Nimbus Sans"/>
                <a:cs typeface="Nimbus Sans"/>
              </a:defRPr>
            </a:lvl8pPr>
            <a:lvl9pPr algn="ctr">
              <a:defRPr sz="1575" b="1">
                <a:solidFill>
                  <a:srgbClr val="003F6B"/>
                </a:solidFill>
                <a:latin typeface="Nimbus Sans"/>
                <a:ea typeface="Nimbus Sans"/>
                <a:cs typeface="Nimbus Sans"/>
              </a:defRPr>
            </a:lvl9pPr>
          </a:lstStyle>
          <a:p xmlns:a="http://schemas.openxmlformats.org/drawingml/2006/main">
            <a:pPr algn="ctr">
              <a:defRPr sz="1575" b="1">
                <a:solidFill>
                  <a:srgbClr val="003F6B"/>
                </a:solidFill>
                <a:latin typeface="Nimbus Sans"/>
                <a:ea typeface="Nimbus Sans"/>
                <a:cs typeface="Nimbus Sans"/>
              </a:defRPr>
            </a:pPr>
            <a:r>
              <a:rPr sz="1575" b="1">
                <a:solidFill>
                  <a:srgbClr val="003F6B"/>
                </a:solidFill>
                <a:latin typeface="Nimbus Sans"/>
                <a:ea typeface="Nimbus Sans"/>
                <a:cs typeface="Nimbus Sans"/>
              </a:rPr>
              <a:t>Arachitol Nano</a:t>
            </a:r>
          </a:p>
        </p:txBody>
      </p:sp>
      <p:sp>
        <p:nvSpPr>
          <p:cNvPr id="6" name="description-0">
            <a:extLst xmlns:a="http://schemas.openxmlformats.org/drawingml/2006/main">
              <a:ext uri="{FF2B5EF4-FFF2-40B4-BE49-F238E27FC236}">
                <a16:creationId xmlns:a16="http://schemas.microsoft.com/office/drawing/2014/main" id="{FD224862-082C-4F34-B64F-83F1BE57FBA6}"/>
              </a:ext>
            </a:extLst>
          </p:cNvPr>
          <p:cNvSpPr>
            <a:spLocks xmlns:a="http://schemas.openxmlformats.org/drawingml/2006/main" noGrp="1"/>
          </p:cNvSpPr>
          <p:nvPr/>
        </p:nvSpPr>
        <p:spPr>
          <a:xfrm xmlns:a="http://schemas.openxmlformats.org/drawingml/2006/main">
            <a:off x="533400" y="3581400"/>
            <a:ext cx="200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275" b="0">
                <a:solidFill>
                  <a:srgbClr val="5F6E7A"/>
                </a:solidFill>
                <a:latin typeface="Nimbus Sans"/>
                <a:ea typeface="Nimbus Sans"/>
                <a:cs typeface="Nimbus Sans"/>
              </a:defRPr>
            </a:defPPr>
            <a:lvl1pPr algn="ctr">
              <a:defRPr sz="1275" b="0">
                <a:solidFill>
                  <a:srgbClr val="5F6E7A"/>
                </a:solidFill>
                <a:latin typeface="Nimbus Sans"/>
                <a:ea typeface="Nimbus Sans"/>
                <a:cs typeface="Nimbus Sans"/>
              </a:defRPr>
            </a:lvl1pPr>
            <a:lvl2pPr algn="ctr">
              <a:defRPr sz="1275" b="0">
                <a:solidFill>
                  <a:srgbClr val="5F6E7A"/>
                </a:solidFill>
                <a:latin typeface="Nimbus Sans"/>
                <a:ea typeface="Nimbus Sans"/>
                <a:cs typeface="Nimbus Sans"/>
              </a:defRPr>
            </a:lvl2pPr>
            <a:lvl3pPr algn="ctr">
              <a:defRPr sz="1275" b="0">
                <a:solidFill>
                  <a:srgbClr val="5F6E7A"/>
                </a:solidFill>
                <a:latin typeface="Nimbus Sans"/>
                <a:ea typeface="Nimbus Sans"/>
                <a:cs typeface="Nimbus Sans"/>
              </a:defRPr>
            </a:lvl3pPr>
            <a:lvl4pPr algn="ctr">
              <a:defRPr sz="1275" b="0">
                <a:solidFill>
                  <a:srgbClr val="5F6E7A"/>
                </a:solidFill>
                <a:latin typeface="Nimbus Sans"/>
                <a:ea typeface="Nimbus Sans"/>
                <a:cs typeface="Nimbus Sans"/>
              </a:defRPr>
            </a:lvl4pPr>
            <a:lvl5pPr algn="ctr">
              <a:defRPr sz="1275" b="0">
                <a:solidFill>
                  <a:srgbClr val="5F6E7A"/>
                </a:solidFill>
                <a:latin typeface="Nimbus Sans"/>
                <a:ea typeface="Nimbus Sans"/>
                <a:cs typeface="Nimbus Sans"/>
              </a:defRPr>
            </a:lvl5pPr>
            <a:lvl6pPr algn="ctr">
              <a:defRPr sz="1275" b="0">
                <a:solidFill>
                  <a:srgbClr val="5F6E7A"/>
                </a:solidFill>
                <a:latin typeface="Nimbus Sans"/>
                <a:ea typeface="Nimbus Sans"/>
                <a:cs typeface="Nimbus Sans"/>
              </a:defRPr>
            </a:lvl6pPr>
            <a:lvl7pPr algn="ctr">
              <a:defRPr sz="1275" b="0">
                <a:solidFill>
                  <a:srgbClr val="5F6E7A"/>
                </a:solidFill>
                <a:latin typeface="Nimbus Sans"/>
                <a:ea typeface="Nimbus Sans"/>
                <a:cs typeface="Nimbus Sans"/>
              </a:defRPr>
            </a:lvl7pPr>
            <a:lvl8pPr algn="ctr">
              <a:defRPr sz="1275" b="0">
                <a:solidFill>
                  <a:srgbClr val="5F6E7A"/>
                </a:solidFill>
                <a:latin typeface="Nimbus Sans"/>
                <a:ea typeface="Nimbus Sans"/>
                <a:cs typeface="Nimbus Sans"/>
              </a:defRPr>
            </a:lvl8pPr>
            <a:lvl9pPr algn="ctr">
              <a:defRPr sz="1275" b="0">
                <a:solidFill>
                  <a:srgbClr val="5F6E7A"/>
                </a:solidFill>
                <a:latin typeface="Nimbus Sans"/>
                <a:ea typeface="Nimbus Sans"/>
                <a:cs typeface="Nimbus Sans"/>
              </a:defRPr>
            </a:lvl9pPr>
          </a:lstStyle>
          <a:p xmlns:a="http://schemas.openxmlformats.org/drawingml/2006/main">
            <a:pPr algn="ctr">
              <a:defRPr sz="1275" b="0">
                <a:solidFill>
                  <a:srgbClr val="5F6E7A"/>
                </a:solidFill>
                <a:latin typeface="Nimbus Sans"/>
                <a:ea typeface="Nimbus Sans"/>
                <a:cs typeface="Nimbus Sans"/>
              </a:defRPr>
            </a:pPr>
            <a:r>
              <a:rPr sz="1275" b="0">
                <a:solidFill>
                  <a:srgbClr val="5F6E7A"/>
                </a:solidFill>
                <a:latin typeface="Nimbus Sans"/>
                <a:ea typeface="Nimbus Sans"/>
                <a:cs typeface="Nimbus Sans"/>
              </a:rPr>
              <a:t>Vitamin D3</a:t>
            </a:r>
          </a:p>
          <a:p xmlns:a="http://schemas.openxmlformats.org/drawingml/2006/main">
            <a:pPr algn="ctr">
              <a:defRPr sz="1275" b="0">
                <a:solidFill>
                  <a:srgbClr val="5F6E7A"/>
                </a:solidFill>
                <a:latin typeface="Nimbus Sans"/>
                <a:ea typeface="Nimbus Sans"/>
                <a:cs typeface="Nimbus Sans"/>
              </a:defRPr>
            </a:pPr>
            <a:r>
              <a:rPr sz="1275" b="0">
                <a:solidFill>
                  <a:srgbClr val="5F6E7A"/>
                </a:solidFill>
                <a:latin typeface="Nimbus Sans"/>
                <a:ea typeface="Nimbus Sans"/>
                <a:cs typeface="Nimbus Sans"/>
              </a:rPr>
              <a:t>Oral solution</a:t>
            </a:r>
          </a:p>
        </p:txBody>
      </p:sp>
      <p:pic>
        <p:nvPicPr>
          <p:cNvPr id="7" name="">
            <a:extLst xmlns:a="http://schemas.openxmlformats.org/drawingml/2006/main">
              <a:ext uri="{FF2B5EF4-FFF2-40B4-BE49-F238E27FC236}">
                <a16:creationId xmlns:a16="http://schemas.microsoft.com/office/drawing/2014/main" id="{594697B4-CEF9-46CA-8CA3-D68D8D6CC108}"/>
              </a:ext>
            </a:extLst>
          </p:cNvPr>
          <p:cNvPicPr>
            <a:picLocks xmlns:a="http://schemas.openxmlformats.org/drawingml/2006/main" noChangeAspect="1"/>
          </p:cNvPicPr>
          <p:nvPr/>
        </p:nvPicPr>
        <p:blipFill>
          <a:blip xmlns:r="http://schemas.openxmlformats.org/officeDocument/2006/relationships" xmlns:a="http://schemas.openxmlformats.org/drawingml/2006/main" r:embed="Redd218a4c51d483b"/>
          <a:stretch xmlns:a="http://schemas.openxmlformats.org/drawingml/2006/main"/>
        </p:blipFill>
        <p:spPr>
          <a:xfrm xmlns:a="http://schemas.openxmlformats.org/drawingml/2006/main">
            <a:off x="3086100" y="1847850"/>
            <a:ext cx="1276350" cy="1276350"/>
          </a:xfrm>
          <a:prstGeom xmlns:a="http://schemas.openxmlformats.org/drawingml/2006/main" prst="rect">
            <a:avLst/>
          </a:prstGeom>
        </p:spPr>
      </p:pic>
      <p:sp>
        <p:nvSpPr>
          <p:cNvPr id="8" name="brand-1">
            <a:extLst xmlns:a="http://schemas.openxmlformats.org/drawingml/2006/main">
              <a:ext uri="{FF2B5EF4-FFF2-40B4-BE49-F238E27FC236}">
                <a16:creationId xmlns:a16="http://schemas.microsoft.com/office/drawing/2014/main" id="{6D6A1B04-7A08-4518-9386-F679DEA1ECAD}"/>
              </a:ext>
            </a:extLst>
          </p:cNvPr>
          <p:cNvSpPr>
            <a:spLocks xmlns:a="http://schemas.openxmlformats.org/drawingml/2006/main" noGrp="1"/>
          </p:cNvSpPr>
          <p:nvPr/>
        </p:nvSpPr>
        <p:spPr>
          <a:xfrm xmlns:a="http://schemas.openxmlformats.org/drawingml/2006/main">
            <a:off x="2724150" y="3248025"/>
            <a:ext cx="2000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75" b="1">
                <a:solidFill>
                  <a:srgbClr val="003F6B"/>
                </a:solidFill>
                <a:latin typeface="Nimbus Sans"/>
                <a:ea typeface="Nimbus Sans"/>
                <a:cs typeface="Nimbus Sans"/>
              </a:defRPr>
            </a:defPPr>
            <a:lvl1pPr algn="ctr">
              <a:defRPr sz="1575" b="1">
                <a:solidFill>
                  <a:srgbClr val="003F6B"/>
                </a:solidFill>
                <a:latin typeface="Nimbus Sans"/>
                <a:ea typeface="Nimbus Sans"/>
                <a:cs typeface="Nimbus Sans"/>
              </a:defRPr>
            </a:lvl1pPr>
            <a:lvl2pPr algn="ctr">
              <a:defRPr sz="1575" b="1">
                <a:solidFill>
                  <a:srgbClr val="003F6B"/>
                </a:solidFill>
                <a:latin typeface="Nimbus Sans"/>
                <a:ea typeface="Nimbus Sans"/>
                <a:cs typeface="Nimbus Sans"/>
              </a:defRPr>
            </a:lvl2pPr>
            <a:lvl3pPr algn="ctr">
              <a:defRPr sz="1575" b="1">
                <a:solidFill>
                  <a:srgbClr val="003F6B"/>
                </a:solidFill>
                <a:latin typeface="Nimbus Sans"/>
                <a:ea typeface="Nimbus Sans"/>
                <a:cs typeface="Nimbus Sans"/>
              </a:defRPr>
            </a:lvl3pPr>
            <a:lvl4pPr algn="ctr">
              <a:defRPr sz="1575" b="1">
                <a:solidFill>
                  <a:srgbClr val="003F6B"/>
                </a:solidFill>
                <a:latin typeface="Nimbus Sans"/>
                <a:ea typeface="Nimbus Sans"/>
                <a:cs typeface="Nimbus Sans"/>
              </a:defRPr>
            </a:lvl4pPr>
            <a:lvl5pPr algn="ctr">
              <a:defRPr sz="1575" b="1">
                <a:solidFill>
                  <a:srgbClr val="003F6B"/>
                </a:solidFill>
                <a:latin typeface="Nimbus Sans"/>
                <a:ea typeface="Nimbus Sans"/>
                <a:cs typeface="Nimbus Sans"/>
              </a:defRPr>
            </a:lvl5pPr>
            <a:lvl6pPr algn="ctr">
              <a:defRPr sz="1575" b="1">
                <a:solidFill>
                  <a:srgbClr val="003F6B"/>
                </a:solidFill>
                <a:latin typeface="Nimbus Sans"/>
                <a:ea typeface="Nimbus Sans"/>
                <a:cs typeface="Nimbus Sans"/>
              </a:defRPr>
            </a:lvl6pPr>
            <a:lvl7pPr algn="ctr">
              <a:defRPr sz="1575" b="1">
                <a:solidFill>
                  <a:srgbClr val="003F6B"/>
                </a:solidFill>
                <a:latin typeface="Nimbus Sans"/>
                <a:ea typeface="Nimbus Sans"/>
                <a:cs typeface="Nimbus Sans"/>
              </a:defRPr>
            </a:lvl7pPr>
            <a:lvl8pPr algn="ctr">
              <a:defRPr sz="1575" b="1">
                <a:solidFill>
                  <a:srgbClr val="003F6B"/>
                </a:solidFill>
                <a:latin typeface="Nimbus Sans"/>
                <a:ea typeface="Nimbus Sans"/>
                <a:cs typeface="Nimbus Sans"/>
              </a:defRPr>
            </a:lvl8pPr>
            <a:lvl9pPr algn="ctr">
              <a:defRPr sz="1575" b="1">
                <a:solidFill>
                  <a:srgbClr val="003F6B"/>
                </a:solidFill>
                <a:latin typeface="Nimbus Sans"/>
                <a:ea typeface="Nimbus Sans"/>
                <a:cs typeface="Nimbus Sans"/>
              </a:defRPr>
            </a:lvl9pPr>
          </a:lstStyle>
          <a:p xmlns:a="http://schemas.openxmlformats.org/drawingml/2006/main">
            <a:pPr algn="ctr">
              <a:defRPr sz="1575" b="1">
                <a:solidFill>
                  <a:srgbClr val="003F6B"/>
                </a:solidFill>
                <a:latin typeface="Nimbus Sans"/>
                <a:ea typeface="Nimbus Sans"/>
                <a:cs typeface="Nimbus Sans"/>
              </a:defRPr>
            </a:pPr>
            <a:r>
              <a:rPr sz="1575" b="1">
                <a:solidFill>
                  <a:srgbClr val="003F6B"/>
                </a:solidFill>
                <a:latin typeface="Nimbus Sans"/>
                <a:ea typeface="Nimbus Sans"/>
                <a:cs typeface="Nimbus Sans"/>
              </a:rPr>
              <a:t>Surbex Gold</a:t>
            </a:r>
          </a:p>
        </p:txBody>
      </p:sp>
      <p:sp>
        <p:nvSpPr>
          <p:cNvPr id="9" name="description-1">
            <a:extLst xmlns:a="http://schemas.openxmlformats.org/drawingml/2006/main">
              <a:ext uri="{FF2B5EF4-FFF2-40B4-BE49-F238E27FC236}">
                <a16:creationId xmlns:a16="http://schemas.microsoft.com/office/drawing/2014/main" id="{DB9AE9EC-DE25-47D1-87AA-1894FD2BE3D7}"/>
              </a:ext>
            </a:extLst>
          </p:cNvPr>
          <p:cNvSpPr>
            <a:spLocks xmlns:a="http://schemas.openxmlformats.org/drawingml/2006/main" noGrp="1"/>
          </p:cNvSpPr>
          <p:nvPr/>
        </p:nvSpPr>
        <p:spPr>
          <a:xfrm xmlns:a="http://schemas.openxmlformats.org/drawingml/2006/main">
            <a:off x="2724150" y="3581400"/>
            <a:ext cx="200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275" b="0">
                <a:solidFill>
                  <a:srgbClr val="5F6E7A"/>
                </a:solidFill>
                <a:latin typeface="Nimbus Sans"/>
                <a:ea typeface="Nimbus Sans"/>
                <a:cs typeface="Nimbus Sans"/>
              </a:defRPr>
            </a:defPPr>
            <a:lvl1pPr algn="ctr">
              <a:defRPr sz="1275" b="0">
                <a:solidFill>
                  <a:srgbClr val="5F6E7A"/>
                </a:solidFill>
                <a:latin typeface="Nimbus Sans"/>
                <a:ea typeface="Nimbus Sans"/>
                <a:cs typeface="Nimbus Sans"/>
              </a:defRPr>
            </a:lvl1pPr>
            <a:lvl2pPr algn="ctr">
              <a:defRPr sz="1275" b="0">
                <a:solidFill>
                  <a:srgbClr val="5F6E7A"/>
                </a:solidFill>
                <a:latin typeface="Nimbus Sans"/>
                <a:ea typeface="Nimbus Sans"/>
                <a:cs typeface="Nimbus Sans"/>
              </a:defRPr>
            </a:lvl2pPr>
            <a:lvl3pPr algn="ctr">
              <a:defRPr sz="1275" b="0">
                <a:solidFill>
                  <a:srgbClr val="5F6E7A"/>
                </a:solidFill>
                <a:latin typeface="Nimbus Sans"/>
                <a:ea typeface="Nimbus Sans"/>
                <a:cs typeface="Nimbus Sans"/>
              </a:defRPr>
            </a:lvl3pPr>
            <a:lvl4pPr algn="ctr">
              <a:defRPr sz="1275" b="0">
                <a:solidFill>
                  <a:srgbClr val="5F6E7A"/>
                </a:solidFill>
                <a:latin typeface="Nimbus Sans"/>
                <a:ea typeface="Nimbus Sans"/>
                <a:cs typeface="Nimbus Sans"/>
              </a:defRPr>
            </a:lvl4pPr>
            <a:lvl5pPr algn="ctr">
              <a:defRPr sz="1275" b="0">
                <a:solidFill>
                  <a:srgbClr val="5F6E7A"/>
                </a:solidFill>
                <a:latin typeface="Nimbus Sans"/>
                <a:ea typeface="Nimbus Sans"/>
                <a:cs typeface="Nimbus Sans"/>
              </a:defRPr>
            </a:lvl5pPr>
            <a:lvl6pPr algn="ctr">
              <a:defRPr sz="1275" b="0">
                <a:solidFill>
                  <a:srgbClr val="5F6E7A"/>
                </a:solidFill>
                <a:latin typeface="Nimbus Sans"/>
                <a:ea typeface="Nimbus Sans"/>
                <a:cs typeface="Nimbus Sans"/>
              </a:defRPr>
            </a:lvl6pPr>
            <a:lvl7pPr algn="ctr">
              <a:defRPr sz="1275" b="0">
                <a:solidFill>
                  <a:srgbClr val="5F6E7A"/>
                </a:solidFill>
                <a:latin typeface="Nimbus Sans"/>
                <a:ea typeface="Nimbus Sans"/>
                <a:cs typeface="Nimbus Sans"/>
              </a:defRPr>
            </a:lvl7pPr>
            <a:lvl8pPr algn="ctr">
              <a:defRPr sz="1275" b="0">
                <a:solidFill>
                  <a:srgbClr val="5F6E7A"/>
                </a:solidFill>
                <a:latin typeface="Nimbus Sans"/>
                <a:ea typeface="Nimbus Sans"/>
                <a:cs typeface="Nimbus Sans"/>
              </a:defRPr>
            </a:lvl8pPr>
            <a:lvl9pPr algn="ctr">
              <a:defRPr sz="1275" b="0">
                <a:solidFill>
                  <a:srgbClr val="5F6E7A"/>
                </a:solidFill>
                <a:latin typeface="Nimbus Sans"/>
                <a:ea typeface="Nimbus Sans"/>
                <a:cs typeface="Nimbus Sans"/>
              </a:defRPr>
            </a:lvl9pPr>
          </a:lstStyle>
          <a:p xmlns:a="http://schemas.openxmlformats.org/drawingml/2006/main">
            <a:pPr algn="ctr">
              <a:defRPr sz="1275" b="0">
                <a:solidFill>
                  <a:srgbClr val="5F6E7A"/>
                </a:solidFill>
                <a:latin typeface="Nimbus Sans"/>
                <a:ea typeface="Nimbus Sans"/>
                <a:cs typeface="Nimbus Sans"/>
              </a:defRPr>
            </a:pPr>
            <a:r>
              <a:rPr sz="1275" b="0">
                <a:solidFill>
                  <a:srgbClr val="5F6E7A"/>
                </a:solidFill>
                <a:latin typeface="Nimbus Sans"/>
                <a:ea typeface="Nimbus Sans"/>
                <a:cs typeface="Nimbus Sans"/>
              </a:rPr>
              <a:t>Multivitamin formulation</a:t>
            </a:r>
          </a:p>
          <a:p xmlns:a="http://schemas.openxmlformats.org/drawingml/2006/main">
            <a:pPr algn="ctr">
              <a:defRPr sz="1275" b="0">
                <a:solidFill>
                  <a:srgbClr val="5F6E7A"/>
                </a:solidFill>
                <a:latin typeface="Nimbus Sans"/>
                <a:ea typeface="Nimbus Sans"/>
                <a:cs typeface="Nimbus Sans"/>
              </a:defRPr>
            </a:pPr>
            <a:r>
              <a:rPr sz="1275" b="0">
                <a:solidFill>
                  <a:srgbClr val="5F6E7A"/>
                </a:solidFill>
                <a:latin typeface="Nimbus Sans"/>
                <a:ea typeface="Nimbus Sans"/>
                <a:cs typeface="Nimbus Sans"/>
              </a:rPr>
              <a:t>Softgel capsules</a:t>
            </a:r>
          </a:p>
        </p:txBody>
      </p:sp>
      <p:pic>
        <p:nvPicPr>
          <p:cNvPr id="10" name="">
            <a:extLst xmlns:a="http://schemas.openxmlformats.org/drawingml/2006/main">
              <a:ext uri="{FF2B5EF4-FFF2-40B4-BE49-F238E27FC236}">
                <a16:creationId xmlns:a16="http://schemas.microsoft.com/office/drawing/2014/main" id="{E5E6C321-92E9-4CD0-BA58-E845AE4F150E}"/>
              </a:ext>
            </a:extLst>
          </p:cNvPr>
          <p:cNvPicPr>
            <a:picLocks xmlns:a="http://schemas.openxmlformats.org/drawingml/2006/main" noChangeAspect="1"/>
          </p:cNvPicPr>
          <p:nvPr/>
        </p:nvPicPr>
        <p:blipFill>
          <a:blip xmlns:r="http://schemas.openxmlformats.org/officeDocument/2006/relationships" xmlns:a="http://schemas.openxmlformats.org/drawingml/2006/main" r:embed="R4894874437ab4633"/>
          <a:stretch xmlns:a="http://schemas.openxmlformats.org/drawingml/2006/main"/>
        </p:blipFill>
        <p:spPr>
          <a:xfrm xmlns:a="http://schemas.openxmlformats.org/drawingml/2006/main">
            <a:off x="5276850" y="1847850"/>
            <a:ext cx="1276350" cy="1276350"/>
          </a:xfrm>
          <a:prstGeom xmlns:a="http://schemas.openxmlformats.org/drawingml/2006/main" prst="rect">
            <a:avLst/>
          </a:prstGeom>
        </p:spPr>
      </p:pic>
      <p:sp>
        <p:nvSpPr>
          <p:cNvPr id="11" name="brand-2">
            <a:extLst xmlns:a="http://schemas.openxmlformats.org/drawingml/2006/main">
              <a:ext uri="{FF2B5EF4-FFF2-40B4-BE49-F238E27FC236}">
                <a16:creationId xmlns:a16="http://schemas.microsoft.com/office/drawing/2014/main" id="{B0B8BC5B-0B67-44F3-9712-14CCD761E84C}"/>
              </a:ext>
            </a:extLst>
          </p:cNvPr>
          <p:cNvSpPr>
            <a:spLocks xmlns:a="http://schemas.openxmlformats.org/drawingml/2006/main" noGrp="1"/>
          </p:cNvSpPr>
          <p:nvPr/>
        </p:nvSpPr>
        <p:spPr>
          <a:xfrm xmlns:a="http://schemas.openxmlformats.org/drawingml/2006/main">
            <a:off x="4914900" y="3248025"/>
            <a:ext cx="2000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75" b="1">
                <a:solidFill>
                  <a:srgbClr val="003F6B"/>
                </a:solidFill>
                <a:latin typeface="Nimbus Sans"/>
                <a:ea typeface="Nimbus Sans"/>
                <a:cs typeface="Nimbus Sans"/>
              </a:defRPr>
            </a:defPPr>
            <a:lvl1pPr algn="ctr">
              <a:defRPr sz="1575" b="1">
                <a:solidFill>
                  <a:srgbClr val="003F6B"/>
                </a:solidFill>
                <a:latin typeface="Nimbus Sans"/>
                <a:ea typeface="Nimbus Sans"/>
                <a:cs typeface="Nimbus Sans"/>
              </a:defRPr>
            </a:lvl1pPr>
            <a:lvl2pPr algn="ctr">
              <a:defRPr sz="1575" b="1">
                <a:solidFill>
                  <a:srgbClr val="003F6B"/>
                </a:solidFill>
                <a:latin typeface="Nimbus Sans"/>
                <a:ea typeface="Nimbus Sans"/>
                <a:cs typeface="Nimbus Sans"/>
              </a:defRPr>
            </a:lvl2pPr>
            <a:lvl3pPr algn="ctr">
              <a:defRPr sz="1575" b="1">
                <a:solidFill>
                  <a:srgbClr val="003F6B"/>
                </a:solidFill>
                <a:latin typeface="Nimbus Sans"/>
                <a:ea typeface="Nimbus Sans"/>
                <a:cs typeface="Nimbus Sans"/>
              </a:defRPr>
            </a:lvl3pPr>
            <a:lvl4pPr algn="ctr">
              <a:defRPr sz="1575" b="1">
                <a:solidFill>
                  <a:srgbClr val="003F6B"/>
                </a:solidFill>
                <a:latin typeface="Nimbus Sans"/>
                <a:ea typeface="Nimbus Sans"/>
                <a:cs typeface="Nimbus Sans"/>
              </a:defRPr>
            </a:lvl4pPr>
            <a:lvl5pPr algn="ctr">
              <a:defRPr sz="1575" b="1">
                <a:solidFill>
                  <a:srgbClr val="003F6B"/>
                </a:solidFill>
                <a:latin typeface="Nimbus Sans"/>
                <a:ea typeface="Nimbus Sans"/>
                <a:cs typeface="Nimbus Sans"/>
              </a:defRPr>
            </a:lvl5pPr>
            <a:lvl6pPr algn="ctr">
              <a:defRPr sz="1575" b="1">
                <a:solidFill>
                  <a:srgbClr val="003F6B"/>
                </a:solidFill>
                <a:latin typeface="Nimbus Sans"/>
                <a:ea typeface="Nimbus Sans"/>
                <a:cs typeface="Nimbus Sans"/>
              </a:defRPr>
            </a:lvl6pPr>
            <a:lvl7pPr algn="ctr">
              <a:defRPr sz="1575" b="1">
                <a:solidFill>
                  <a:srgbClr val="003F6B"/>
                </a:solidFill>
                <a:latin typeface="Nimbus Sans"/>
                <a:ea typeface="Nimbus Sans"/>
                <a:cs typeface="Nimbus Sans"/>
              </a:defRPr>
            </a:lvl7pPr>
            <a:lvl8pPr algn="ctr">
              <a:defRPr sz="1575" b="1">
                <a:solidFill>
                  <a:srgbClr val="003F6B"/>
                </a:solidFill>
                <a:latin typeface="Nimbus Sans"/>
                <a:ea typeface="Nimbus Sans"/>
                <a:cs typeface="Nimbus Sans"/>
              </a:defRPr>
            </a:lvl8pPr>
            <a:lvl9pPr algn="ctr">
              <a:defRPr sz="1575" b="1">
                <a:solidFill>
                  <a:srgbClr val="003F6B"/>
                </a:solidFill>
                <a:latin typeface="Nimbus Sans"/>
                <a:ea typeface="Nimbus Sans"/>
                <a:cs typeface="Nimbus Sans"/>
              </a:defRPr>
            </a:lvl9pPr>
          </a:lstStyle>
          <a:p xmlns:a="http://schemas.openxmlformats.org/drawingml/2006/main">
            <a:pPr algn="ctr">
              <a:defRPr sz="1575" b="1">
                <a:solidFill>
                  <a:srgbClr val="003F6B"/>
                </a:solidFill>
                <a:latin typeface="Nimbus Sans"/>
                <a:ea typeface="Nimbus Sans"/>
                <a:cs typeface="Nimbus Sans"/>
              </a:defRPr>
            </a:pPr>
            <a:r>
              <a:rPr sz="1575" b="1">
                <a:solidFill>
                  <a:srgbClr val="003F6B"/>
                </a:solidFill>
                <a:latin typeface="Nimbus Sans"/>
                <a:ea typeface="Nimbus Sans"/>
                <a:cs typeface="Nimbus Sans"/>
              </a:rPr>
              <a:t>Evitol</a:t>
            </a:r>
          </a:p>
        </p:txBody>
      </p:sp>
      <p:sp>
        <p:nvSpPr>
          <p:cNvPr id="12" name="description-2">
            <a:extLst xmlns:a="http://schemas.openxmlformats.org/drawingml/2006/main">
              <a:ext uri="{FF2B5EF4-FFF2-40B4-BE49-F238E27FC236}">
                <a16:creationId xmlns:a16="http://schemas.microsoft.com/office/drawing/2014/main" id="{270DD1F3-EE12-409B-A82B-358FBA8F809A}"/>
              </a:ext>
            </a:extLst>
          </p:cNvPr>
          <p:cNvSpPr>
            <a:spLocks xmlns:a="http://schemas.openxmlformats.org/drawingml/2006/main" noGrp="1"/>
          </p:cNvSpPr>
          <p:nvPr/>
        </p:nvSpPr>
        <p:spPr>
          <a:xfrm xmlns:a="http://schemas.openxmlformats.org/drawingml/2006/main">
            <a:off x="4914900" y="3581400"/>
            <a:ext cx="200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275" b="0">
                <a:solidFill>
                  <a:srgbClr val="5F6E7A"/>
                </a:solidFill>
                <a:latin typeface="Nimbus Sans"/>
                <a:ea typeface="Nimbus Sans"/>
                <a:cs typeface="Nimbus Sans"/>
              </a:defRPr>
            </a:defPPr>
            <a:lvl1pPr algn="ctr">
              <a:defRPr sz="1275" b="0">
                <a:solidFill>
                  <a:srgbClr val="5F6E7A"/>
                </a:solidFill>
                <a:latin typeface="Nimbus Sans"/>
                <a:ea typeface="Nimbus Sans"/>
                <a:cs typeface="Nimbus Sans"/>
              </a:defRPr>
            </a:lvl1pPr>
            <a:lvl2pPr algn="ctr">
              <a:defRPr sz="1275" b="0">
                <a:solidFill>
                  <a:srgbClr val="5F6E7A"/>
                </a:solidFill>
                <a:latin typeface="Nimbus Sans"/>
                <a:ea typeface="Nimbus Sans"/>
                <a:cs typeface="Nimbus Sans"/>
              </a:defRPr>
            </a:lvl2pPr>
            <a:lvl3pPr algn="ctr">
              <a:defRPr sz="1275" b="0">
                <a:solidFill>
                  <a:srgbClr val="5F6E7A"/>
                </a:solidFill>
                <a:latin typeface="Nimbus Sans"/>
                <a:ea typeface="Nimbus Sans"/>
                <a:cs typeface="Nimbus Sans"/>
              </a:defRPr>
            </a:lvl3pPr>
            <a:lvl4pPr algn="ctr">
              <a:defRPr sz="1275" b="0">
                <a:solidFill>
                  <a:srgbClr val="5F6E7A"/>
                </a:solidFill>
                <a:latin typeface="Nimbus Sans"/>
                <a:ea typeface="Nimbus Sans"/>
                <a:cs typeface="Nimbus Sans"/>
              </a:defRPr>
            </a:lvl4pPr>
            <a:lvl5pPr algn="ctr">
              <a:defRPr sz="1275" b="0">
                <a:solidFill>
                  <a:srgbClr val="5F6E7A"/>
                </a:solidFill>
                <a:latin typeface="Nimbus Sans"/>
                <a:ea typeface="Nimbus Sans"/>
                <a:cs typeface="Nimbus Sans"/>
              </a:defRPr>
            </a:lvl5pPr>
            <a:lvl6pPr algn="ctr">
              <a:defRPr sz="1275" b="0">
                <a:solidFill>
                  <a:srgbClr val="5F6E7A"/>
                </a:solidFill>
                <a:latin typeface="Nimbus Sans"/>
                <a:ea typeface="Nimbus Sans"/>
                <a:cs typeface="Nimbus Sans"/>
              </a:defRPr>
            </a:lvl6pPr>
            <a:lvl7pPr algn="ctr">
              <a:defRPr sz="1275" b="0">
                <a:solidFill>
                  <a:srgbClr val="5F6E7A"/>
                </a:solidFill>
                <a:latin typeface="Nimbus Sans"/>
                <a:ea typeface="Nimbus Sans"/>
                <a:cs typeface="Nimbus Sans"/>
              </a:defRPr>
            </a:lvl7pPr>
            <a:lvl8pPr algn="ctr">
              <a:defRPr sz="1275" b="0">
                <a:solidFill>
                  <a:srgbClr val="5F6E7A"/>
                </a:solidFill>
                <a:latin typeface="Nimbus Sans"/>
                <a:ea typeface="Nimbus Sans"/>
                <a:cs typeface="Nimbus Sans"/>
              </a:defRPr>
            </a:lvl8pPr>
            <a:lvl9pPr algn="ctr">
              <a:defRPr sz="1275" b="0">
                <a:solidFill>
                  <a:srgbClr val="5F6E7A"/>
                </a:solidFill>
                <a:latin typeface="Nimbus Sans"/>
                <a:ea typeface="Nimbus Sans"/>
                <a:cs typeface="Nimbus Sans"/>
              </a:defRPr>
            </a:lvl9pPr>
          </a:lstStyle>
          <a:p xmlns:a="http://schemas.openxmlformats.org/drawingml/2006/main">
            <a:pPr algn="ctr">
              <a:defRPr sz="1275" b="0">
                <a:solidFill>
                  <a:srgbClr val="5F6E7A"/>
                </a:solidFill>
                <a:latin typeface="Nimbus Sans"/>
                <a:ea typeface="Nimbus Sans"/>
                <a:cs typeface="Nimbus Sans"/>
              </a:defRPr>
            </a:pPr>
            <a:r>
              <a:rPr sz="1275" b="0">
                <a:solidFill>
                  <a:srgbClr val="5F6E7A"/>
                </a:solidFill>
                <a:latin typeface="Nimbus Sans"/>
                <a:ea typeface="Nimbus Sans"/>
                <a:cs typeface="Nimbus Sans"/>
              </a:rPr>
              <a:t>Tocotrienol + omega-3</a:t>
            </a:r>
          </a:p>
          <a:p xmlns:a="http://schemas.openxmlformats.org/drawingml/2006/main">
            <a:pPr algn="ctr">
              <a:defRPr sz="1275" b="0">
                <a:solidFill>
                  <a:srgbClr val="5F6E7A"/>
                </a:solidFill>
                <a:latin typeface="Nimbus Sans"/>
                <a:ea typeface="Nimbus Sans"/>
                <a:cs typeface="Nimbus Sans"/>
              </a:defRPr>
            </a:pPr>
            <a:r>
              <a:rPr sz="1275" b="0">
                <a:solidFill>
                  <a:srgbClr val="5F6E7A"/>
                </a:solidFill>
                <a:latin typeface="Nimbus Sans"/>
                <a:ea typeface="Nimbus Sans"/>
                <a:cs typeface="Nimbus Sans"/>
              </a:rPr>
              <a:t>Capsules</a:t>
            </a:r>
          </a:p>
        </p:txBody>
      </p:sp>
      <p:pic>
        <p:nvPicPr>
          <p:cNvPr id="13" name="">
            <a:extLst xmlns:a="http://schemas.openxmlformats.org/drawingml/2006/main">
              <a:ext uri="{FF2B5EF4-FFF2-40B4-BE49-F238E27FC236}">
                <a16:creationId xmlns:a16="http://schemas.microsoft.com/office/drawing/2014/main" id="{867CD70A-2ACC-45B8-9673-18D7EFD2ADFA}"/>
              </a:ext>
            </a:extLst>
          </p:cNvPr>
          <p:cNvPicPr>
            <a:picLocks xmlns:a="http://schemas.openxmlformats.org/drawingml/2006/main" noChangeAspect="1"/>
          </p:cNvPicPr>
          <p:nvPr/>
        </p:nvPicPr>
        <p:blipFill>
          <a:blip xmlns:r="http://schemas.openxmlformats.org/officeDocument/2006/relationships" xmlns:a="http://schemas.openxmlformats.org/drawingml/2006/main" r:embed="Rb9e8721aa5d84b2c"/>
          <a:stretch xmlns:a="http://schemas.openxmlformats.org/drawingml/2006/main"/>
        </p:blipFill>
        <p:spPr>
          <a:xfrm xmlns:a="http://schemas.openxmlformats.org/drawingml/2006/main">
            <a:off x="7467600" y="1847850"/>
            <a:ext cx="1276350" cy="1276350"/>
          </a:xfrm>
          <a:prstGeom xmlns:a="http://schemas.openxmlformats.org/drawingml/2006/main" prst="rect">
            <a:avLst/>
          </a:prstGeom>
        </p:spPr>
      </p:pic>
      <p:sp>
        <p:nvSpPr>
          <p:cNvPr id="14" name="brand-3">
            <a:extLst xmlns:a="http://schemas.openxmlformats.org/drawingml/2006/main">
              <a:ext uri="{FF2B5EF4-FFF2-40B4-BE49-F238E27FC236}">
                <a16:creationId xmlns:a16="http://schemas.microsoft.com/office/drawing/2014/main" id="{E76C19D5-8668-486C-9940-59D3C2E90973}"/>
              </a:ext>
            </a:extLst>
          </p:cNvPr>
          <p:cNvSpPr>
            <a:spLocks xmlns:a="http://schemas.openxmlformats.org/drawingml/2006/main" noGrp="1"/>
          </p:cNvSpPr>
          <p:nvPr/>
        </p:nvSpPr>
        <p:spPr>
          <a:xfrm xmlns:a="http://schemas.openxmlformats.org/drawingml/2006/main">
            <a:off x="7105650" y="3248025"/>
            <a:ext cx="2000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75" b="1">
                <a:solidFill>
                  <a:srgbClr val="003F6B"/>
                </a:solidFill>
                <a:latin typeface="Nimbus Sans"/>
                <a:ea typeface="Nimbus Sans"/>
                <a:cs typeface="Nimbus Sans"/>
              </a:defRPr>
            </a:defPPr>
            <a:lvl1pPr algn="ctr">
              <a:defRPr sz="1575" b="1">
                <a:solidFill>
                  <a:srgbClr val="003F6B"/>
                </a:solidFill>
                <a:latin typeface="Nimbus Sans"/>
                <a:ea typeface="Nimbus Sans"/>
                <a:cs typeface="Nimbus Sans"/>
              </a:defRPr>
            </a:lvl1pPr>
            <a:lvl2pPr algn="ctr">
              <a:defRPr sz="1575" b="1">
                <a:solidFill>
                  <a:srgbClr val="003F6B"/>
                </a:solidFill>
                <a:latin typeface="Nimbus Sans"/>
                <a:ea typeface="Nimbus Sans"/>
                <a:cs typeface="Nimbus Sans"/>
              </a:defRPr>
            </a:lvl2pPr>
            <a:lvl3pPr algn="ctr">
              <a:defRPr sz="1575" b="1">
                <a:solidFill>
                  <a:srgbClr val="003F6B"/>
                </a:solidFill>
                <a:latin typeface="Nimbus Sans"/>
                <a:ea typeface="Nimbus Sans"/>
                <a:cs typeface="Nimbus Sans"/>
              </a:defRPr>
            </a:lvl3pPr>
            <a:lvl4pPr algn="ctr">
              <a:defRPr sz="1575" b="1">
                <a:solidFill>
                  <a:srgbClr val="003F6B"/>
                </a:solidFill>
                <a:latin typeface="Nimbus Sans"/>
                <a:ea typeface="Nimbus Sans"/>
                <a:cs typeface="Nimbus Sans"/>
              </a:defRPr>
            </a:lvl4pPr>
            <a:lvl5pPr algn="ctr">
              <a:defRPr sz="1575" b="1">
                <a:solidFill>
                  <a:srgbClr val="003F6B"/>
                </a:solidFill>
                <a:latin typeface="Nimbus Sans"/>
                <a:ea typeface="Nimbus Sans"/>
                <a:cs typeface="Nimbus Sans"/>
              </a:defRPr>
            </a:lvl5pPr>
            <a:lvl6pPr algn="ctr">
              <a:defRPr sz="1575" b="1">
                <a:solidFill>
                  <a:srgbClr val="003F6B"/>
                </a:solidFill>
                <a:latin typeface="Nimbus Sans"/>
                <a:ea typeface="Nimbus Sans"/>
                <a:cs typeface="Nimbus Sans"/>
              </a:defRPr>
            </a:lvl6pPr>
            <a:lvl7pPr algn="ctr">
              <a:defRPr sz="1575" b="1">
                <a:solidFill>
                  <a:srgbClr val="003F6B"/>
                </a:solidFill>
                <a:latin typeface="Nimbus Sans"/>
                <a:ea typeface="Nimbus Sans"/>
                <a:cs typeface="Nimbus Sans"/>
              </a:defRPr>
            </a:lvl7pPr>
            <a:lvl8pPr algn="ctr">
              <a:defRPr sz="1575" b="1">
                <a:solidFill>
                  <a:srgbClr val="003F6B"/>
                </a:solidFill>
                <a:latin typeface="Nimbus Sans"/>
                <a:ea typeface="Nimbus Sans"/>
                <a:cs typeface="Nimbus Sans"/>
              </a:defRPr>
            </a:lvl8pPr>
            <a:lvl9pPr algn="ctr">
              <a:defRPr sz="1575" b="1">
                <a:solidFill>
                  <a:srgbClr val="003F6B"/>
                </a:solidFill>
                <a:latin typeface="Nimbus Sans"/>
                <a:ea typeface="Nimbus Sans"/>
                <a:cs typeface="Nimbus Sans"/>
              </a:defRPr>
            </a:lvl9pPr>
          </a:lstStyle>
          <a:p xmlns:a="http://schemas.openxmlformats.org/drawingml/2006/main">
            <a:pPr algn="ctr">
              <a:defRPr sz="1575" b="1">
                <a:solidFill>
                  <a:srgbClr val="003F6B"/>
                </a:solidFill>
                <a:latin typeface="Nimbus Sans"/>
                <a:ea typeface="Nimbus Sans"/>
                <a:cs typeface="Nimbus Sans"/>
              </a:defRPr>
            </a:pPr>
            <a:r>
              <a:rPr sz="1575" b="1">
                <a:solidFill>
                  <a:srgbClr val="003F6B"/>
                </a:solidFill>
                <a:latin typeface="Nimbus Sans"/>
                <a:ea typeface="Nimbus Sans"/>
                <a:cs typeface="Nimbus Sans"/>
              </a:rPr>
              <a:t>Thyrocal D3</a:t>
            </a:r>
          </a:p>
        </p:txBody>
      </p:sp>
      <p:sp>
        <p:nvSpPr>
          <p:cNvPr id="15" name="description-3">
            <a:extLst xmlns:a="http://schemas.openxmlformats.org/drawingml/2006/main">
              <a:ext uri="{FF2B5EF4-FFF2-40B4-BE49-F238E27FC236}">
                <a16:creationId xmlns:a16="http://schemas.microsoft.com/office/drawing/2014/main" id="{DE3FA76B-A48D-4805-8C9E-60EF5D7EBA55}"/>
              </a:ext>
            </a:extLst>
          </p:cNvPr>
          <p:cNvSpPr>
            <a:spLocks xmlns:a="http://schemas.openxmlformats.org/drawingml/2006/main" noGrp="1"/>
          </p:cNvSpPr>
          <p:nvPr/>
        </p:nvSpPr>
        <p:spPr>
          <a:xfrm xmlns:a="http://schemas.openxmlformats.org/drawingml/2006/main">
            <a:off x="7105650" y="3581400"/>
            <a:ext cx="200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275" b="0">
                <a:solidFill>
                  <a:srgbClr val="5F6E7A"/>
                </a:solidFill>
                <a:latin typeface="Nimbus Sans"/>
                <a:ea typeface="Nimbus Sans"/>
                <a:cs typeface="Nimbus Sans"/>
              </a:defRPr>
            </a:defPPr>
            <a:lvl1pPr algn="ctr">
              <a:defRPr sz="1275" b="0">
                <a:solidFill>
                  <a:srgbClr val="5F6E7A"/>
                </a:solidFill>
                <a:latin typeface="Nimbus Sans"/>
                <a:ea typeface="Nimbus Sans"/>
                <a:cs typeface="Nimbus Sans"/>
              </a:defRPr>
            </a:lvl1pPr>
            <a:lvl2pPr algn="ctr">
              <a:defRPr sz="1275" b="0">
                <a:solidFill>
                  <a:srgbClr val="5F6E7A"/>
                </a:solidFill>
                <a:latin typeface="Nimbus Sans"/>
                <a:ea typeface="Nimbus Sans"/>
                <a:cs typeface="Nimbus Sans"/>
              </a:defRPr>
            </a:lvl2pPr>
            <a:lvl3pPr algn="ctr">
              <a:defRPr sz="1275" b="0">
                <a:solidFill>
                  <a:srgbClr val="5F6E7A"/>
                </a:solidFill>
                <a:latin typeface="Nimbus Sans"/>
                <a:ea typeface="Nimbus Sans"/>
                <a:cs typeface="Nimbus Sans"/>
              </a:defRPr>
            </a:lvl3pPr>
            <a:lvl4pPr algn="ctr">
              <a:defRPr sz="1275" b="0">
                <a:solidFill>
                  <a:srgbClr val="5F6E7A"/>
                </a:solidFill>
                <a:latin typeface="Nimbus Sans"/>
                <a:ea typeface="Nimbus Sans"/>
                <a:cs typeface="Nimbus Sans"/>
              </a:defRPr>
            </a:lvl4pPr>
            <a:lvl5pPr algn="ctr">
              <a:defRPr sz="1275" b="0">
                <a:solidFill>
                  <a:srgbClr val="5F6E7A"/>
                </a:solidFill>
                <a:latin typeface="Nimbus Sans"/>
                <a:ea typeface="Nimbus Sans"/>
                <a:cs typeface="Nimbus Sans"/>
              </a:defRPr>
            </a:lvl5pPr>
            <a:lvl6pPr algn="ctr">
              <a:defRPr sz="1275" b="0">
                <a:solidFill>
                  <a:srgbClr val="5F6E7A"/>
                </a:solidFill>
                <a:latin typeface="Nimbus Sans"/>
                <a:ea typeface="Nimbus Sans"/>
                <a:cs typeface="Nimbus Sans"/>
              </a:defRPr>
            </a:lvl6pPr>
            <a:lvl7pPr algn="ctr">
              <a:defRPr sz="1275" b="0">
                <a:solidFill>
                  <a:srgbClr val="5F6E7A"/>
                </a:solidFill>
                <a:latin typeface="Nimbus Sans"/>
                <a:ea typeface="Nimbus Sans"/>
                <a:cs typeface="Nimbus Sans"/>
              </a:defRPr>
            </a:lvl7pPr>
            <a:lvl8pPr algn="ctr">
              <a:defRPr sz="1275" b="0">
                <a:solidFill>
                  <a:srgbClr val="5F6E7A"/>
                </a:solidFill>
                <a:latin typeface="Nimbus Sans"/>
                <a:ea typeface="Nimbus Sans"/>
                <a:cs typeface="Nimbus Sans"/>
              </a:defRPr>
            </a:lvl8pPr>
            <a:lvl9pPr algn="ctr">
              <a:defRPr sz="1275" b="0">
                <a:solidFill>
                  <a:srgbClr val="5F6E7A"/>
                </a:solidFill>
                <a:latin typeface="Nimbus Sans"/>
                <a:ea typeface="Nimbus Sans"/>
                <a:cs typeface="Nimbus Sans"/>
              </a:defRPr>
            </a:lvl9pPr>
          </a:lstStyle>
          <a:p xmlns:a="http://schemas.openxmlformats.org/drawingml/2006/main">
            <a:pPr algn="ctr">
              <a:defRPr sz="1275" b="0">
                <a:solidFill>
                  <a:srgbClr val="5F6E7A"/>
                </a:solidFill>
                <a:latin typeface="Nimbus Sans"/>
                <a:ea typeface="Nimbus Sans"/>
                <a:cs typeface="Nimbus Sans"/>
              </a:defRPr>
            </a:pPr>
            <a:r>
              <a:rPr sz="1275" b="0">
                <a:solidFill>
                  <a:srgbClr val="5F6E7A"/>
                </a:solidFill>
                <a:latin typeface="Nimbus Sans"/>
                <a:ea typeface="Nimbus Sans"/>
                <a:cs typeface="Nimbus Sans"/>
              </a:rPr>
              <a:t>Calcium + vitamin D3</a:t>
            </a:r>
          </a:p>
          <a:p xmlns:a="http://schemas.openxmlformats.org/drawingml/2006/main">
            <a:pPr algn="ctr">
              <a:defRPr sz="1275" b="0">
                <a:solidFill>
                  <a:srgbClr val="5F6E7A"/>
                </a:solidFill>
                <a:latin typeface="Nimbus Sans"/>
                <a:ea typeface="Nimbus Sans"/>
                <a:cs typeface="Nimbus Sans"/>
              </a:defRPr>
            </a:pPr>
            <a:r>
              <a:rPr sz="1275" b="0">
                <a:solidFill>
                  <a:srgbClr val="5F6E7A"/>
                </a:solidFill>
                <a:latin typeface="Nimbus Sans"/>
                <a:ea typeface="Nimbus Sans"/>
                <a:cs typeface="Nimbus Sans"/>
              </a:rPr>
              <a:t>Tablets</a:t>
            </a:r>
          </a:p>
        </p:txBody>
      </p:sp>
      <p:pic>
        <p:nvPicPr>
          <p:cNvPr id="16" name="">
            <a:extLst xmlns:a="http://schemas.openxmlformats.org/drawingml/2006/main">
              <a:ext uri="{FF2B5EF4-FFF2-40B4-BE49-F238E27FC236}">
                <a16:creationId xmlns:a16="http://schemas.microsoft.com/office/drawing/2014/main" id="{AD8BABA9-8975-433F-ACCE-0A6B6F11168B}"/>
              </a:ext>
            </a:extLst>
          </p:cNvPr>
          <p:cNvPicPr>
            <a:picLocks xmlns:a="http://schemas.openxmlformats.org/drawingml/2006/main" noChangeAspect="1"/>
          </p:cNvPicPr>
          <p:nvPr/>
        </p:nvPicPr>
        <p:blipFill>
          <a:blip xmlns:r="http://schemas.openxmlformats.org/officeDocument/2006/relationships" xmlns:a="http://schemas.openxmlformats.org/drawingml/2006/main" r:embed="R2733f9df56884610"/>
          <a:stretch xmlns:a="http://schemas.openxmlformats.org/drawingml/2006/main"/>
        </p:blipFill>
        <p:spPr>
          <a:xfrm xmlns:a="http://schemas.openxmlformats.org/drawingml/2006/main">
            <a:off x="895350" y="4133850"/>
            <a:ext cx="1276350" cy="1276350"/>
          </a:xfrm>
          <a:prstGeom xmlns:a="http://schemas.openxmlformats.org/drawingml/2006/main" prst="rect">
            <a:avLst/>
          </a:prstGeom>
        </p:spPr>
      </p:pic>
      <p:sp>
        <p:nvSpPr>
          <p:cNvPr id="17" name="brand-4">
            <a:extLst xmlns:a="http://schemas.openxmlformats.org/drawingml/2006/main">
              <a:ext uri="{FF2B5EF4-FFF2-40B4-BE49-F238E27FC236}">
                <a16:creationId xmlns:a16="http://schemas.microsoft.com/office/drawing/2014/main" id="{41014E8A-953C-4205-9626-3DB68C5F0676}"/>
              </a:ext>
            </a:extLst>
          </p:cNvPr>
          <p:cNvSpPr>
            <a:spLocks xmlns:a="http://schemas.openxmlformats.org/drawingml/2006/main" noGrp="1"/>
          </p:cNvSpPr>
          <p:nvPr/>
        </p:nvSpPr>
        <p:spPr>
          <a:xfrm xmlns:a="http://schemas.openxmlformats.org/drawingml/2006/main">
            <a:off x="533400" y="5534025"/>
            <a:ext cx="2000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75" b="1">
                <a:solidFill>
                  <a:srgbClr val="003F6B"/>
                </a:solidFill>
                <a:latin typeface="Nimbus Sans"/>
                <a:ea typeface="Nimbus Sans"/>
                <a:cs typeface="Nimbus Sans"/>
              </a:defRPr>
            </a:defPPr>
            <a:lvl1pPr algn="ctr">
              <a:defRPr sz="1575" b="1">
                <a:solidFill>
                  <a:srgbClr val="003F6B"/>
                </a:solidFill>
                <a:latin typeface="Nimbus Sans"/>
                <a:ea typeface="Nimbus Sans"/>
                <a:cs typeface="Nimbus Sans"/>
              </a:defRPr>
            </a:lvl1pPr>
            <a:lvl2pPr algn="ctr">
              <a:defRPr sz="1575" b="1">
                <a:solidFill>
                  <a:srgbClr val="003F6B"/>
                </a:solidFill>
                <a:latin typeface="Nimbus Sans"/>
                <a:ea typeface="Nimbus Sans"/>
                <a:cs typeface="Nimbus Sans"/>
              </a:defRPr>
            </a:lvl2pPr>
            <a:lvl3pPr algn="ctr">
              <a:defRPr sz="1575" b="1">
                <a:solidFill>
                  <a:srgbClr val="003F6B"/>
                </a:solidFill>
                <a:latin typeface="Nimbus Sans"/>
                <a:ea typeface="Nimbus Sans"/>
                <a:cs typeface="Nimbus Sans"/>
              </a:defRPr>
            </a:lvl3pPr>
            <a:lvl4pPr algn="ctr">
              <a:defRPr sz="1575" b="1">
                <a:solidFill>
                  <a:srgbClr val="003F6B"/>
                </a:solidFill>
                <a:latin typeface="Nimbus Sans"/>
                <a:ea typeface="Nimbus Sans"/>
                <a:cs typeface="Nimbus Sans"/>
              </a:defRPr>
            </a:lvl4pPr>
            <a:lvl5pPr algn="ctr">
              <a:defRPr sz="1575" b="1">
                <a:solidFill>
                  <a:srgbClr val="003F6B"/>
                </a:solidFill>
                <a:latin typeface="Nimbus Sans"/>
                <a:ea typeface="Nimbus Sans"/>
                <a:cs typeface="Nimbus Sans"/>
              </a:defRPr>
            </a:lvl5pPr>
            <a:lvl6pPr algn="ctr">
              <a:defRPr sz="1575" b="1">
                <a:solidFill>
                  <a:srgbClr val="003F6B"/>
                </a:solidFill>
                <a:latin typeface="Nimbus Sans"/>
                <a:ea typeface="Nimbus Sans"/>
                <a:cs typeface="Nimbus Sans"/>
              </a:defRPr>
            </a:lvl6pPr>
            <a:lvl7pPr algn="ctr">
              <a:defRPr sz="1575" b="1">
                <a:solidFill>
                  <a:srgbClr val="003F6B"/>
                </a:solidFill>
                <a:latin typeface="Nimbus Sans"/>
                <a:ea typeface="Nimbus Sans"/>
                <a:cs typeface="Nimbus Sans"/>
              </a:defRPr>
            </a:lvl7pPr>
            <a:lvl8pPr algn="ctr">
              <a:defRPr sz="1575" b="1">
                <a:solidFill>
                  <a:srgbClr val="003F6B"/>
                </a:solidFill>
                <a:latin typeface="Nimbus Sans"/>
                <a:ea typeface="Nimbus Sans"/>
                <a:cs typeface="Nimbus Sans"/>
              </a:defRPr>
            </a:lvl8pPr>
            <a:lvl9pPr algn="ctr">
              <a:defRPr sz="1575" b="1">
                <a:solidFill>
                  <a:srgbClr val="003F6B"/>
                </a:solidFill>
                <a:latin typeface="Nimbus Sans"/>
                <a:ea typeface="Nimbus Sans"/>
                <a:cs typeface="Nimbus Sans"/>
              </a:defRPr>
            </a:lvl9pPr>
          </a:lstStyle>
          <a:p xmlns:a="http://schemas.openxmlformats.org/drawingml/2006/main">
            <a:pPr algn="ctr">
              <a:defRPr sz="1575" b="1">
                <a:solidFill>
                  <a:srgbClr val="003F6B"/>
                </a:solidFill>
                <a:latin typeface="Nimbus Sans"/>
                <a:ea typeface="Nimbus Sans"/>
                <a:cs typeface="Nimbus Sans"/>
              </a:defRPr>
            </a:pPr>
            <a:r>
              <a:rPr sz="1575" b="1">
                <a:solidFill>
                  <a:srgbClr val="003F6B"/>
                </a:solidFill>
                <a:latin typeface="Nimbus Sans"/>
                <a:ea typeface="Nimbus Sans"/>
                <a:cs typeface="Nimbus Sans"/>
              </a:rPr>
              <a:t>FloraChamp</a:t>
            </a:r>
          </a:p>
        </p:txBody>
      </p:sp>
      <p:sp>
        <p:nvSpPr>
          <p:cNvPr id="18" name="description-4">
            <a:extLst xmlns:a="http://schemas.openxmlformats.org/drawingml/2006/main">
              <a:ext uri="{FF2B5EF4-FFF2-40B4-BE49-F238E27FC236}">
                <a16:creationId xmlns:a16="http://schemas.microsoft.com/office/drawing/2014/main" id="{0A2437B9-36BF-443E-9E6B-2E0C578C61F9}"/>
              </a:ext>
            </a:extLst>
          </p:cNvPr>
          <p:cNvSpPr>
            <a:spLocks xmlns:a="http://schemas.openxmlformats.org/drawingml/2006/main" noGrp="1"/>
          </p:cNvSpPr>
          <p:nvPr/>
        </p:nvSpPr>
        <p:spPr>
          <a:xfrm xmlns:a="http://schemas.openxmlformats.org/drawingml/2006/main">
            <a:off x="533400" y="5867400"/>
            <a:ext cx="200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275" b="0">
                <a:solidFill>
                  <a:srgbClr val="5F6E7A"/>
                </a:solidFill>
                <a:latin typeface="Nimbus Sans"/>
                <a:ea typeface="Nimbus Sans"/>
                <a:cs typeface="Nimbus Sans"/>
              </a:defRPr>
            </a:defPPr>
            <a:lvl1pPr algn="ctr">
              <a:defRPr sz="1275" b="0">
                <a:solidFill>
                  <a:srgbClr val="5F6E7A"/>
                </a:solidFill>
                <a:latin typeface="Nimbus Sans"/>
                <a:ea typeface="Nimbus Sans"/>
                <a:cs typeface="Nimbus Sans"/>
              </a:defRPr>
            </a:lvl1pPr>
            <a:lvl2pPr algn="ctr">
              <a:defRPr sz="1275" b="0">
                <a:solidFill>
                  <a:srgbClr val="5F6E7A"/>
                </a:solidFill>
                <a:latin typeface="Nimbus Sans"/>
                <a:ea typeface="Nimbus Sans"/>
                <a:cs typeface="Nimbus Sans"/>
              </a:defRPr>
            </a:lvl2pPr>
            <a:lvl3pPr algn="ctr">
              <a:defRPr sz="1275" b="0">
                <a:solidFill>
                  <a:srgbClr val="5F6E7A"/>
                </a:solidFill>
                <a:latin typeface="Nimbus Sans"/>
                <a:ea typeface="Nimbus Sans"/>
                <a:cs typeface="Nimbus Sans"/>
              </a:defRPr>
            </a:lvl3pPr>
            <a:lvl4pPr algn="ctr">
              <a:defRPr sz="1275" b="0">
                <a:solidFill>
                  <a:srgbClr val="5F6E7A"/>
                </a:solidFill>
                <a:latin typeface="Nimbus Sans"/>
                <a:ea typeface="Nimbus Sans"/>
                <a:cs typeface="Nimbus Sans"/>
              </a:defRPr>
            </a:lvl4pPr>
            <a:lvl5pPr algn="ctr">
              <a:defRPr sz="1275" b="0">
                <a:solidFill>
                  <a:srgbClr val="5F6E7A"/>
                </a:solidFill>
                <a:latin typeface="Nimbus Sans"/>
                <a:ea typeface="Nimbus Sans"/>
                <a:cs typeface="Nimbus Sans"/>
              </a:defRPr>
            </a:lvl5pPr>
            <a:lvl6pPr algn="ctr">
              <a:defRPr sz="1275" b="0">
                <a:solidFill>
                  <a:srgbClr val="5F6E7A"/>
                </a:solidFill>
                <a:latin typeface="Nimbus Sans"/>
                <a:ea typeface="Nimbus Sans"/>
                <a:cs typeface="Nimbus Sans"/>
              </a:defRPr>
            </a:lvl6pPr>
            <a:lvl7pPr algn="ctr">
              <a:defRPr sz="1275" b="0">
                <a:solidFill>
                  <a:srgbClr val="5F6E7A"/>
                </a:solidFill>
                <a:latin typeface="Nimbus Sans"/>
                <a:ea typeface="Nimbus Sans"/>
                <a:cs typeface="Nimbus Sans"/>
              </a:defRPr>
            </a:lvl7pPr>
            <a:lvl8pPr algn="ctr">
              <a:defRPr sz="1275" b="0">
                <a:solidFill>
                  <a:srgbClr val="5F6E7A"/>
                </a:solidFill>
                <a:latin typeface="Nimbus Sans"/>
                <a:ea typeface="Nimbus Sans"/>
                <a:cs typeface="Nimbus Sans"/>
              </a:defRPr>
            </a:lvl8pPr>
            <a:lvl9pPr algn="ctr">
              <a:defRPr sz="1275" b="0">
                <a:solidFill>
                  <a:srgbClr val="5F6E7A"/>
                </a:solidFill>
                <a:latin typeface="Nimbus Sans"/>
                <a:ea typeface="Nimbus Sans"/>
                <a:cs typeface="Nimbus Sans"/>
              </a:defRPr>
            </a:lvl9pPr>
          </a:lstStyle>
          <a:p xmlns:a="http://schemas.openxmlformats.org/drawingml/2006/main">
            <a:pPr algn="ctr">
              <a:defRPr sz="1275" b="0">
                <a:solidFill>
                  <a:srgbClr val="5F6E7A"/>
                </a:solidFill>
                <a:latin typeface="Nimbus Sans"/>
                <a:ea typeface="Nimbus Sans"/>
                <a:cs typeface="Nimbus Sans"/>
              </a:defRPr>
            </a:pPr>
            <a:r>
              <a:rPr sz="1275" b="0">
                <a:solidFill>
                  <a:srgbClr val="5F6E7A"/>
                </a:solidFill>
                <a:latin typeface="Nimbus Sans"/>
                <a:ea typeface="Nimbus Sans"/>
                <a:cs typeface="Nimbus Sans"/>
              </a:rPr>
              <a:t>Probiotic + prebiotic</a:t>
            </a:r>
          </a:p>
          <a:p xmlns:a="http://schemas.openxmlformats.org/drawingml/2006/main">
            <a:pPr algn="ctr">
              <a:defRPr sz="1275" b="0">
                <a:solidFill>
                  <a:srgbClr val="5F6E7A"/>
                </a:solidFill>
                <a:latin typeface="Nimbus Sans"/>
                <a:ea typeface="Nimbus Sans"/>
                <a:cs typeface="Nimbus Sans"/>
              </a:defRPr>
            </a:pPr>
            <a:r>
              <a:rPr sz="1275" b="0">
                <a:solidFill>
                  <a:srgbClr val="5F6E7A"/>
                </a:solidFill>
                <a:latin typeface="Nimbus Sans"/>
                <a:ea typeface="Nimbus Sans"/>
                <a:cs typeface="Nimbus Sans"/>
              </a:rPr>
              <a:t>Sachets</a:t>
            </a:r>
          </a:p>
        </p:txBody>
      </p:sp>
      <p:pic>
        <p:nvPicPr>
          <p:cNvPr id="19" name="">
            <a:extLst xmlns:a="http://schemas.openxmlformats.org/drawingml/2006/main">
              <a:ext uri="{FF2B5EF4-FFF2-40B4-BE49-F238E27FC236}">
                <a16:creationId xmlns:a16="http://schemas.microsoft.com/office/drawing/2014/main" id="{DA1EE3A0-4235-4864-BB38-5BE1B9136019}"/>
              </a:ext>
            </a:extLst>
          </p:cNvPr>
          <p:cNvPicPr>
            <a:picLocks xmlns:a="http://schemas.openxmlformats.org/drawingml/2006/main" noChangeAspect="1"/>
          </p:cNvPicPr>
          <p:nvPr/>
        </p:nvPicPr>
        <p:blipFill>
          <a:blip xmlns:r="http://schemas.openxmlformats.org/officeDocument/2006/relationships" xmlns:a="http://schemas.openxmlformats.org/drawingml/2006/main" r:embed="R9ec644649ae94d10"/>
          <a:stretch xmlns:a="http://schemas.openxmlformats.org/drawingml/2006/main"/>
        </p:blipFill>
        <p:spPr>
          <a:xfrm xmlns:a="http://schemas.openxmlformats.org/drawingml/2006/main">
            <a:off x="3086100" y="4133850"/>
            <a:ext cx="1276350" cy="1276350"/>
          </a:xfrm>
          <a:prstGeom xmlns:a="http://schemas.openxmlformats.org/drawingml/2006/main" prst="rect">
            <a:avLst/>
          </a:prstGeom>
        </p:spPr>
      </p:pic>
      <p:sp>
        <p:nvSpPr>
          <p:cNvPr id="20" name="brand-5">
            <a:extLst xmlns:a="http://schemas.openxmlformats.org/drawingml/2006/main">
              <a:ext uri="{FF2B5EF4-FFF2-40B4-BE49-F238E27FC236}">
                <a16:creationId xmlns:a16="http://schemas.microsoft.com/office/drawing/2014/main" id="{B2B77C63-4CF4-4691-AB2F-D20CD78274FF}"/>
              </a:ext>
            </a:extLst>
          </p:cNvPr>
          <p:cNvSpPr>
            <a:spLocks xmlns:a="http://schemas.openxmlformats.org/drawingml/2006/main" noGrp="1"/>
          </p:cNvSpPr>
          <p:nvPr/>
        </p:nvSpPr>
        <p:spPr>
          <a:xfrm xmlns:a="http://schemas.openxmlformats.org/drawingml/2006/main">
            <a:off x="2724150" y="5534025"/>
            <a:ext cx="2000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75" b="1">
                <a:solidFill>
                  <a:srgbClr val="003F6B"/>
                </a:solidFill>
                <a:latin typeface="Nimbus Sans"/>
                <a:ea typeface="Nimbus Sans"/>
                <a:cs typeface="Nimbus Sans"/>
              </a:defRPr>
            </a:defPPr>
            <a:lvl1pPr algn="ctr">
              <a:defRPr sz="1575" b="1">
                <a:solidFill>
                  <a:srgbClr val="003F6B"/>
                </a:solidFill>
                <a:latin typeface="Nimbus Sans"/>
                <a:ea typeface="Nimbus Sans"/>
                <a:cs typeface="Nimbus Sans"/>
              </a:defRPr>
            </a:lvl1pPr>
            <a:lvl2pPr algn="ctr">
              <a:defRPr sz="1575" b="1">
                <a:solidFill>
                  <a:srgbClr val="003F6B"/>
                </a:solidFill>
                <a:latin typeface="Nimbus Sans"/>
                <a:ea typeface="Nimbus Sans"/>
                <a:cs typeface="Nimbus Sans"/>
              </a:defRPr>
            </a:lvl2pPr>
            <a:lvl3pPr algn="ctr">
              <a:defRPr sz="1575" b="1">
                <a:solidFill>
                  <a:srgbClr val="003F6B"/>
                </a:solidFill>
                <a:latin typeface="Nimbus Sans"/>
                <a:ea typeface="Nimbus Sans"/>
                <a:cs typeface="Nimbus Sans"/>
              </a:defRPr>
            </a:lvl3pPr>
            <a:lvl4pPr algn="ctr">
              <a:defRPr sz="1575" b="1">
                <a:solidFill>
                  <a:srgbClr val="003F6B"/>
                </a:solidFill>
                <a:latin typeface="Nimbus Sans"/>
                <a:ea typeface="Nimbus Sans"/>
                <a:cs typeface="Nimbus Sans"/>
              </a:defRPr>
            </a:lvl4pPr>
            <a:lvl5pPr algn="ctr">
              <a:defRPr sz="1575" b="1">
                <a:solidFill>
                  <a:srgbClr val="003F6B"/>
                </a:solidFill>
                <a:latin typeface="Nimbus Sans"/>
                <a:ea typeface="Nimbus Sans"/>
                <a:cs typeface="Nimbus Sans"/>
              </a:defRPr>
            </a:lvl5pPr>
            <a:lvl6pPr algn="ctr">
              <a:defRPr sz="1575" b="1">
                <a:solidFill>
                  <a:srgbClr val="003F6B"/>
                </a:solidFill>
                <a:latin typeface="Nimbus Sans"/>
                <a:ea typeface="Nimbus Sans"/>
                <a:cs typeface="Nimbus Sans"/>
              </a:defRPr>
            </a:lvl6pPr>
            <a:lvl7pPr algn="ctr">
              <a:defRPr sz="1575" b="1">
                <a:solidFill>
                  <a:srgbClr val="003F6B"/>
                </a:solidFill>
                <a:latin typeface="Nimbus Sans"/>
                <a:ea typeface="Nimbus Sans"/>
                <a:cs typeface="Nimbus Sans"/>
              </a:defRPr>
            </a:lvl7pPr>
            <a:lvl8pPr algn="ctr">
              <a:defRPr sz="1575" b="1">
                <a:solidFill>
                  <a:srgbClr val="003F6B"/>
                </a:solidFill>
                <a:latin typeface="Nimbus Sans"/>
                <a:ea typeface="Nimbus Sans"/>
                <a:cs typeface="Nimbus Sans"/>
              </a:defRPr>
            </a:lvl8pPr>
            <a:lvl9pPr algn="ctr">
              <a:defRPr sz="1575" b="1">
                <a:solidFill>
                  <a:srgbClr val="003F6B"/>
                </a:solidFill>
                <a:latin typeface="Nimbus Sans"/>
                <a:ea typeface="Nimbus Sans"/>
                <a:cs typeface="Nimbus Sans"/>
              </a:defRPr>
            </a:lvl9pPr>
          </a:lstStyle>
          <a:p xmlns:a="http://schemas.openxmlformats.org/drawingml/2006/main">
            <a:pPr algn="ctr">
              <a:defRPr sz="1575" b="1">
                <a:solidFill>
                  <a:srgbClr val="003F6B"/>
                </a:solidFill>
                <a:latin typeface="Nimbus Sans"/>
                <a:ea typeface="Nimbus Sans"/>
                <a:cs typeface="Nimbus Sans"/>
              </a:defRPr>
            </a:pPr>
            <a:r>
              <a:rPr sz="1575" b="1">
                <a:solidFill>
                  <a:srgbClr val="003F6B"/>
                </a:solidFill>
                <a:latin typeface="Nimbus Sans"/>
                <a:ea typeface="Nimbus Sans"/>
                <a:cs typeface="Nimbus Sans"/>
              </a:rPr>
              <a:t>Combinorm Plus</a:t>
            </a:r>
          </a:p>
        </p:txBody>
      </p:sp>
      <p:sp>
        <p:nvSpPr>
          <p:cNvPr id="21" name="description-5">
            <a:extLst xmlns:a="http://schemas.openxmlformats.org/drawingml/2006/main">
              <a:ext uri="{FF2B5EF4-FFF2-40B4-BE49-F238E27FC236}">
                <a16:creationId xmlns:a16="http://schemas.microsoft.com/office/drawing/2014/main" id="{5D407B33-DE92-4145-A40D-8529389BFCCE}"/>
              </a:ext>
            </a:extLst>
          </p:cNvPr>
          <p:cNvSpPr>
            <a:spLocks xmlns:a="http://schemas.openxmlformats.org/drawingml/2006/main" noGrp="1"/>
          </p:cNvSpPr>
          <p:nvPr/>
        </p:nvSpPr>
        <p:spPr>
          <a:xfrm xmlns:a="http://schemas.openxmlformats.org/drawingml/2006/main">
            <a:off x="2724150" y="5867400"/>
            <a:ext cx="200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275" b="0">
                <a:solidFill>
                  <a:srgbClr val="5F6E7A"/>
                </a:solidFill>
                <a:latin typeface="Nimbus Sans"/>
                <a:ea typeface="Nimbus Sans"/>
                <a:cs typeface="Nimbus Sans"/>
              </a:defRPr>
            </a:defPPr>
            <a:lvl1pPr algn="ctr">
              <a:defRPr sz="1275" b="0">
                <a:solidFill>
                  <a:srgbClr val="5F6E7A"/>
                </a:solidFill>
                <a:latin typeface="Nimbus Sans"/>
                <a:ea typeface="Nimbus Sans"/>
                <a:cs typeface="Nimbus Sans"/>
              </a:defRPr>
            </a:lvl1pPr>
            <a:lvl2pPr algn="ctr">
              <a:defRPr sz="1275" b="0">
                <a:solidFill>
                  <a:srgbClr val="5F6E7A"/>
                </a:solidFill>
                <a:latin typeface="Nimbus Sans"/>
                <a:ea typeface="Nimbus Sans"/>
                <a:cs typeface="Nimbus Sans"/>
              </a:defRPr>
            </a:lvl2pPr>
            <a:lvl3pPr algn="ctr">
              <a:defRPr sz="1275" b="0">
                <a:solidFill>
                  <a:srgbClr val="5F6E7A"/>
                </a:solidFill>
                <a:latin typeface="Nimbus Sans"/>
                <a:ea typeface="Nimbus Sans"/>
                <a:cs typeface="Nimbus Sans"/>
              </a:defRPr>
            </a:lvl3pPr>
            <a:lvl4pPr algn="ctr">
              <a:defRPr sz="1275" b="0">
                <a:solidFill>
                  <a:srgbClr val="5F6E7A"/>
                </a:solidFill>
                <a:latin typeface="Nimbus Sans"/>
                <a:ea typeface="Nimbus Sans"/>
                <a:cs typeface="Nimbus Sans"/>
              </a:defRPr>
            </a:lvl4pPr>
            <a:lvl5pPr algn="ctr">
              <a:defRPr sz="1275" b="0">
                <a:solidFill>
                  <a:srgbClr val="5F6E7A"/>
                </a:solidFill>
                <a:latin typeface="Nimbus Sans"/>
                <a:ea typeface="Nimbus Sans"/>
                <a:cs typeface="Nimbus Sans"/>
              </a:defRPr>
            </a:lvl5pPr>
            <a:lvl6pPr algn="ctr">
              <a:defRPr sz="1275" b="0">
                <a:solidFill>
                  <a:srgbClr val="5F6E7A"/>
                </a:solidFill>
                <a:latin typeface="Nimbus Sans"/>
                <a:ea typeface="Nimbus Sans"/>
                <a:cs typeface="Nimbus Sans"/>
              </a:defRPr>
            </a:lvl6pPr>
            <a:lvl7pPr algn="ctr">
              <a:defRPr sz="1275" b="0">
                <a:solidFill>
                  <a:srgbClr val="5F6E7A"/>
                </a:solidFill>
                <a:latin typeface="Nimbus Sans"/>
                <a:ea typeface="Nimbus Sans"/>
                <a:cs typeface="Nimbus Sans"/>
              </a:defRPr>
            </a:lvl7pPr>
            <a:lvl8pPr algn="ctr">
              <a:defRPr sz="1275" b="0">
                <a:solidFill>
                  <a:srgbClr val="5F6E7A"/>
                </a:solidFill>
                <a:latin typeface="Nimbus Sans"/>
                <a:ea typeface="Nimbus Sans"/>
                <a:cs typeface="Nimbus Sans"/>
              </a:defRPr>
            </a:lvl8pPr>
            <a:lvl9pPr algn="ctr">
              <a:defRPr sz="1275" b="0">
                <a:solidFill>
                  <a:srgbClr val="5F6E7A"/>
                </a:solidFill>
                <a:latin typeface="Nimbus Sans"/>
                <a:ea typeface="Nimbus Sans"/>
                <a:cs typeface="Nimbus Sans"/>
              </a:defRPr>
            </a:lvl9pPr>
          </a:lstStyle>
          <a:p xmlns:a="http://schemas.openxmlformats.org/drawingml/2006/main">
            <a:pPr algn="ctr">
              <a:defRPr sz="1275" b="0">
                <a:solidFill>
                  <a:srgbClr val="5F6E7A"/>
                </a:solidFill>
                <a:latin typeface="Nimbus Sans"/>
                <a:ea typeface="Nimbus Sans"/>
                <a:cs typeface="Nimbus Sans"/>
              </a:defRPr>
            </a:pPr>
            <a:r>
              <a:rPr sz="1275" b="0">
                <a:solidFill>
                  <a:srgbClr val="5F6E7A"/>
                </a:solidFill>
                <a:latin typeface="Nimbus Sans"/>
                <a:ea typeface="Nimbus Sans"/>
                <a:cs typeface="Nimbus Sans"/>
              </a:rPr>
              <a:t>Probiotics + lactoferrin</a:t>
            </a:r>
          </a:p>
          <a:p xmlns:a="http://schemas.openxmlformats.org/drawingml/2006/main">
            <a:pPr algn="ctr">
              <a:defRPr sz="1275" b="0">
                <a:solidFill>
                  <a:srgbClr val="5F6E7A"/>
                </a:solidFill>
                <a:latin typeface="Nimbus Sans"/>
                <a:ea typeface="Nimbus Sans"/>
                <a:cs typeface="Nimbus Sans"/>
              </a:defRPr>
            </a:pPr>
            <a:r>
              <a:rPr sz="1275" b="0">
                <a:solidFill>
                  <a:srgbClr val="5F6E7A"/>
                </a:solidFill>
                <a:latin typeface="Nimbus Sans"/>
                <a:ea typeface="Nimbus Sans"/>
                <a:cs typeface="Nimbus Sans"/>
              </a:rPr>
              <a:t>Capsules</a:t>
            </a:r>
          </a:p>
        </p:txBody>
      </p:sp>
      <p:pic>
        <p:nvPicPr>
          <p:cNvPr id="22" name="">
            <a:extLst xmlns:a="http://schemas.openxmlformats.org/drawingml/2006/main">
              <a:ext uri="{FF2B5EF4-FFF2-40B4-BE49-F238E27FC236}">
                <a16:creationId xmlns:a16="http://schemas.microsoft.com/office/drawing/2014/main" id="{EA331778-86DD-4BEC-8CB5-0B33F1DFD7E1}"/>
              </a:ext>
            </a:extLst>
          </p:cNvPr>
          <p:cNvPicPr>
            <a:picLocks xmlns:a="http://schemas.openxmlformats.org/drawingml/2006/main" noChangeAspect="1"/>
          </p:cNvPicPr>
          <p:nvPr/>
        </p:nvPicPr>
        <p:blipFill>
          <a:blip xmlns:r="http://schemas.openxmlformats.org/officeDocument/2006/relationships" xmlns:a="http://schemas.openxmlformats.org/drawingml/2006/main" r:embed="R40a2fc6df40c4f24"/>
          <a:stretch xmlns:a="http://schemas.openxmlformats.org/drawingml/2006/main"/>
        </p:blipFill>
        <p:spPr>
          <a:xfrm xmlns:a="http://schemas.openxmlformats.org/drawingml/2006/main">
            <a:off x="5221357" y="4133850"/>
            <a:ext cx="1387337" cy="1276350"/>
          </a:xfrm>
          <a:prstGeom xmlns:a="http://schemas.openxmlformats.org/drawingml/2006/main" prst="rect">
            <a:avLst/>
          </a:prstGeom>
        </p:spPr>
      </p:pic>
      <p:sp>
        <p:nvSpPr>
          <p:cNvPr id="23" name="brand-6">
            <a:extLst xmlns:a="http://schemas.openxmlformats.org/drawingml/2006/main">
              <a:ext uri="{FF2B5EF4-FFF2-40B4-BE49-F238E27FC236}">
                <a16:creationId xmlns:a16="http://schemas.microsoft.com/office/drawing/2014/main" id="{52A2A82D-EA7F-4831-8DBA-0EE539C4A05D}"/>
              </a:ext>
            </a:extLst>
          </p:cNvPr>
          <p:cNvSpPr>
            <a:spLocks xmlns:a="http://schemas.openxmlformats.org/drawingml/2006/main" noGrp="1"/>
          </p:cNvSpPr>
          <p:nvPr/>
        </p:nvSpPr>
        <p:spPr>
          <a:xfrm xmlns:a="http://schemas.openxmlformats.org/drawingml/2006/main">
            <a:off x="4914900" y="5534025"/>
            <a:ext cx="2000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75" b="1">
                <a:solidFill>
                  <a:srgbClr val="003F6B"/>
                </a:solidFill>
                <a:latin typeface="Nimbus Sans"/>
                <a:ea typeface="Nimbus Sans"/>
                <a:cs typeface="Nimbus Sans"/>
              </a:defRPr>
            </a:defPPr>
            <a:lvl1pPr algn="ctr">
              <a:defRPr sz="1575" b="1">
                <a:solidFill>
                  <a:srgbClr val="003F6B"/>
                </a:solidFill>
                <a:latin typeface="Nimbus Sans"/>
                <a:ea typeface="Nimbus Sans"/>
                <a:cs typeface="Nimbus Sans"/>
              </a:defRPr>
            </a:lvl1pPr>
            <a:lvl2pPr algn="ctr">
              <a:defRPr sz="1575" b="1">
                <a:solidFill>
                  <a:srgbClr val="003F6B"/>
                </a:solidFill>
                <a:latin typeface="Nimbus Sans"/>
                <a:ea typeface="Nimbus Sans"/>
                <a:cs typeface="Nimbus Sans"/>
              </a:defRPr>
            </a:lvl2pPr>
            <a:lvl3pPr algn="ctr">
              <a:defRPr sz="1575" b="1">
                <a:solidFill>
                  <a:srgbClr val="003F6B"/>
                </a:solidFill>
                <a:latin typeface="Nimbus Sans"/>
                <a:ea typeface="Nimbus Sans"/>
                <a:cs typeface="Nimbus Sans"/>
              </a:defRPr>
            </a:lvl3pPr>
            <a:lvl4pPr algn="ctr">
              <a:defRPr sz="1575" b="1">
                <a:solidFill>
                  <a:srgbClr val="003F6B"/>
                </a:solidFill>
                <a:latin typeface="Nimbus Sans"/>
                <a:ea typeface="Nimbus Sans"/>
                <a:cs typeface="Nimbus Sans"/>
              </a:defRPr>
            </a:lvl4pPr>
            <a:lvl5pPr algn="ctr">
              <a:defRPr sz="1575" b="1">
                <a:solidFill>
                  <a:srgbClr val="003F6B"/>
                </a:solidFill>
                <a:latin typeface="Nimbus Sans"/>
                <a:ea typeface="Nimbus Sans"/>
                <a:cs typeface="Nimbus Sans"/>
              </a:defRPr>
            </a:lvl5pPr>
            <a:lvl6pPr algn="ctr">
              <a:defRPr sz="1575" b="1">
                <a:solidFill>
                  <a:srgbClr val="003F6B"/>
                </a:solidFill>
                <a:latin typeface="Nimbus Sans"/>
                <a:ea typeface="Nimbus Sans"/>
                <a:cs typeface="Nimbus Sans"/>
              </a:defRPr>
            </a:lvl6pPr>
            <a:lvl7pPr algn="ctr">
              <a:defRPr sz="1575" b="1">
                <a:solidFill>
                  <a:srgbClr val="003F6B"/>
                </a:solidFill>
                <a:latin typeface="Nimbus Sans"/>
                <a:ea typeface="Nimbus Sans"/>
                <a:cs typeface="Nimbus Sans"/>
              </a:defRPr>
            </a:lvl7pPr>
            <a:lvl8pPr algn="ctr">
              <a:defRPr sz="1575" b="1">
                <a:solidFill>
                  <a:srgbClr val="003F6B"/>
                </a:solidFill>
                <a:latin typeface="Nimbus Sans"/>
                <a:ea typeface="Nimbus Sans"/>
                <a:cs typeface="Nimbus Sans"/>
              </a:defRPr>
            </a:lvl8pPr>
            <a:lvl9pPr algn="ctr">
              <a:defRPr sz="1575" b="1">
                <a:solidFill>
                  <a:srgbClr val="003F6B"/>
                </a:solidFill>
                <a:latin typeface="Nimbus Sans"/>
                <a:ea typeface="Nimbus Sans"/>
                <a:cs typeface="Nimbus Sans"/>
              </a:defRPr>
            </a:lvl9pPr>
          </a:lstStyle>
          <a:p xmlns:a="http://schemas.openxmlformats.org/drawingml/2006/main">
            <a:pPr algn="ctr">
              <a:defRPr sz="1575" b="1">
                <a:solidFill>
                  <a:srgbClr val="003F6B"/>
                </a:solidFill>
                <a:latin typeface="Nimbus Sans"/>
                <a:ea typeface="Nimbus Sans"/>
                <a:cs typeface="Nimbus Sans"/>
              </a:defRPr>
            </a:pPr>
            <a:r>
              <a:rPr sz="1575" b="1">
                <a:solidFill>
                  <a:srgbClr val="003F6B"/>
                </a:solidFill>
                <a:latin typeface="Nimbus Sans"/>
                <a:ea typeface="Nimbus Sans"/>
                <a:cs typeface="Nimbus Sans"/>
              </a:rPr>
              <a:t>Viadek</a:t>
            </a:r>
          </a:p>
        </p:txBody>
      </p:sp>
      <p:sp>
        <p:nvSpPr>
          <p:cNvPr id="24" name="description-6">
            <a:extLst xmlns:a="http://schemas.openxmlformats.org/drawingml/2006/main">
              <a:ext uri="{FF2B5EF4-FFF2-40B4-BE49-F238E27FC236}">
                <a16:creationId xmlns:a16="http://schemas.microsoft.com/office/drawing/2014/main" id="{52F0415A-FFF4-4923-B852-5283DD3BE7FC}"/>
              </a:ext>
            </a:extLst>
          </p:cNvPr>
          <p:cNvSpPr>
            <a:spLocks xmlns:a="http://schemas.openxmlformats.org/drawingml/2006/main" noGrp="1"/>
          </p:cNvSpPr>
          <p:nvPr/>
        </p:nvSpPr>
        <p:spPr>
          <a:xfrm xmlns:a="http://schemas.openxmlformats.org/drawingml/2006/main">
            <a:off x="4914900" y="5867400"/>
            <a:ext cx="200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275" b="0">
                <a:solidFill>
                  <a:srgbClr val="5F6E7A"/>
                </a:solidFill>
                <a:latin typeface="Nimbus Sans"/>
                <a:ea typeface="Nimbus Sans"/>
                <a:cs typeface="Nimbus Sans"/>
              </a:defRPr>
            </a:defPPr>
            <a:lvl1pPr algn="ctr">
              <a:defRPr sz="1275" b="0">
                <a:solidFill>
                  <a:srgbClr val="5F6E7A"/>
                </a:solidFill>
                <a:latin typeface="Nimbus Sans"/>
                <a:ea typeface="Nimbus Sans"/>
                <a:cs typeface="Nimbus Sans"/>
              </a:defRPr>
            </a:lvl1pPr>
            <a:lvl2pPr algn="ctr">
              <a:defRPr sz="1275" b="0">
                <a:solidFill>
                  <a:srgbClr val="5F6E7A"/>
                </a:solidFill>
                <a:latin typeface="Nimbus Sans"/>
                <a:ea typeface="Nimbus Sans"/>
                <a:cs typeface="Nimbus Sans"/>
              </a:defRPr>
            </a:lvl2pPr>
            <a:lvl3pPr algn="ctr">
              <a:defRPr sz="1275" b="0">
                <a:solidFill>
                  <a:srgbClr val="5F6E7A"/>
                </a:solidFill>
                <a:latin typeface="Nimbus Sans"/>
                <a:ea typeface="Nimbus Sans"/>
                <a:cs typeface="Nimbus Sans"/>
              </a:defRPr>
            </a:lvl3pPr>
            <a:lvl4pPr algn="ctr">
              <a:defRPr sz="1275" b="0">
                <a:solidFill>
                  <a:srgbClr val="5F6E7A"/>
                </a:solidFill>
                <a:latin typeface="Nimbus Sans"/>
                <a:ea typeface="Nimbus Sans"/>
                <a:cs typeface="Nimbus Sans"/>
              </a:defRPr>
            </a:lvl4pPr>
            <a:lvl5pPr algn="ctr">
              <a:defRPr sz="1275" b="0">
                <a:solidFill>
                  <a:srgbClr val="5F6E7A"/>
                </a:solidFill>
                <a:latin typeface="Nimbus Sans"/>
                <a:ea typeface="Nimbus Sans"/>
                <a:cs typeface="Nimbus Sans"/>
              </a:defRPr>
            </a:lvl5pPr>
            <a:lvl6pPr algn="ctr">
              <a:defRPr sz="1275" b="0">
                <a:solidFill>
                  <a:srgbClr val="5F6E7A"/>
                </a:solidFill>
                <a:latin typeface="Nimbus Sans"/>
                <a:ea typeface="Nimbus Sans"/>
                <a:cs typeface="Nimbus Sans"/>
              </a:defRPr>
            </a:lvl6pPr>
            <a:lvl7pPr algn="ctr">
              <a:defRPr sz="1275" b="0">
                <a:solidFill>
                  <a:srgbClr val="5F6E7A"/>
                </a:solidFill>
                <a:latin typeface="Nimbus Sans"/>
                <a:ea typeface="Nimbus Sans"/>
                <a:cs typeface="Nimbus Sans"/>
              </a:defRPr>
            </a:lvl7pPr>
            <a:lvl8pPr algn="ctr">
              <a:defRPr sz="1275" b="0">
                <a:solidFill>
                  <a:srgbClr val="5F6E7A"/>
                </a:solidFill>
                <a:latin typeface="Nimbus Sans"/>
                <a:ea typeface="Nimbus Sans"/>
                <a:cs typeface="Nimbus Sans"/>
              </a:defRPr>
            </a:lvl8pPr>
            <a:lvl9pPr algn="ctr">
              <a:defRPr sz="1275" b="0">
                <a:solidFill>
                  <a:srgbClr val="5F6E7A"/>
                </a:solidFill>
                <a:latin typeface="Nimbus Sans"/>
                <a:ea typeface="Nimbus Sans"/>
                <a:cs typeface="Nimbus Sans"/>
              </a:defRPr>
            </a:lvl9pPr>
          </a:lstStyle>
          <a:p xmlns:a="http://schemas.openxmlformats.org/drawingml/2006/main">
            <a:pPr algn="ctr">
              <a:defRPr sz="1275" b="0">
                <a:solidFill>
                  <a:srgbClr val="5F6E7A"/>
                </a:solidFill>
                <a:latin typeface="Nimbus Sans"/>
                <a:ea typeface="Nimbus Sans"/>
                <a:cs typeface="Nimbus Sans"/>
              </a:defRPr>
            </a:pPr>
            <a:r>
              <a:rPr sz="1275" b="0">
                <a:solidFill>
                  <a:srgbClr val="5F6E7A"/>
                </a:solidFill>
                <a:latin typeface="Nimbus Sans"/>
                <a:ea typeface="Nimbus Sans"/>
                <a:cs typeface="Nimbus Sans"/>
              </a:rPr>
              <a:t>Multivitamin formulation</a:t>
            </a:r>
          </a:p>
          <a:p xmlns:a="http://schemas.openxmlformats.org/drawingml/2006/main">
            <a:pPr algn="ctr">
              <a:defRPr sz="1275" b="0">
                <a:solidFill>
                  <a:srgbClr val="5F6E7A"/>
                </a:solidFill>
                <a:latin typeface="Nimbus Sans"/>
                <a:ea typeface="Nimbus Sans"/>
                <a:cs typeface="Nimbus Sans"/>
              </a:defRPr>
            </a:pPr>
            <a:r>
              <a:rPr sz="1275" b="0">
                <a:solidFill>
                  <a:srgbClr val="5F6E7A"/>
                </a:solidFill>
                <a:latin typeface="Nimbus Sans"/>
                <a:ea typeface="Nimbus Sans"/>
                <a:cs typeface="Nimbus Sans"/>
              </a:rPr>
              <a:t>Tablets</a:t>
            </a:r>
          </a:p>
        </p:txBody>
      </p:sp>
      <p:pic>
        <p:nvPicPr>
          <p:cNvPr id="25" name="">
            <a:extLst xmlns:a="http://schemas.openxmlformats.org/drawingml/2006/main">
              <a:ext uri="{FF2B5EF4-FFF2-40B4-BE49-F238E27FC236}">
                <a16:creationId xmlns:a16="http://schemas.microsoft.com/office/drawing/2014/main" id="{EC3A1F88-8822-494E-B893-DE9CD92616BD}"/>
              </a:ext>
            </a:extLst>
          </p:cNvPr>
          <p:cNvPicPr>
            <a:picLocks xmlns:a="http://schemas.openxmlformats.org/drawingml/2006/main" noChangeAspect="1"/>
          </p:cNvPicPr>
          <p:nvPr/>
        </p:nvPicPr>
        <p:blipFill>
          <a:blip xmlns:r="http://schemas.openxmlformats.org/officeDocument/2006/relationships" xmlns:a="http://schemas.openxmlformats.org/drawingml/2006/main" r:embed="R47ceac811c134243"/>
          <a:stretch xmlns:a="http://schemas.openxmlformats.org/drawingml/2006/main"/>
        </p:blipFill>
        <p:spPr>
          <a:xfrm xmlns:a="http://schemas.openxmlformats.org/drawingml/2006/main">
            <a:off x="7467600" y="4133850"/>
            <a:ext cx="1276350" cy="1276350"/>
          </a:xfrm>
          <a:prstGeom xmlns:a="http://schemas.openxmlformats.org/drawingml/2006/main" prst="rect">
            <a:avLst/>
          </a:prstGeom>
        </p:spPr>
      </p:pic>
      <p:sp>
        <p:nvSpPr>
          <p:cNvPr id="26" name="brand-7">
            <a:extLst xmlns:a="http://schemas.openxmlformats.org/drawingml/2006/main">
              <a:ext uri="{FF2B5EF4-FFF2-40B4-BE49-F238E27FC236}">
                <a16:creationId xmlns:a16="http://schemas.microsoft.com/office/drawing/2014/main" id="{898C67C5-899D-4AAF-87A5-4DEA63AC8354}"/>
              </a:ext>
            </a:extLst>
          </p:cNvPr>
          <p:cNvSpPr>
            <a:spLocks xmlns:a="http://schemas.openxmlformats.org/drawingml/2006/main" noGrp="1"/>
          </p:cNvSpPr>
          <p:nvPr/>
        </p:nvSpPr>
        <p:spPr>
          <a:xfrm xmlns:a="http://schemas.openxmlformats.org/drawingml/2006/main">
            <a:off x="7105650" y="5534025"/>
            <a:ext cx="2000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75" b="1">
                <a:solidFill>
                  <a:srgbClr val="003F6B"/>
                </a:solidFill>
                <a:latin typeface="Nimbus Sans"/>
                <a:ea typeface="Nimbus Sans"/>
                <a:cs typeface="Nimbus Sans"/>
              </a:defRPr>
            </a:defPPr>
            <a:lvl1pPr algn="ctr">
              <a:defRPr sz="1575" b="1">
                <a:solidFill>
                  <a:srgbClr val="003F6B"/>
                </a:solidFill>
                <a:latin typeface="Nimbus Sans"/>
                <a:ea typeface="Nimbus Sans"/>
                <a:cs typeface="Nimbus Sans"/>
              </a:defRPr>
            </a:lvl1pPr>
            <a:lvl2pPr algn="ctr">
              <a:defRPr sz="1575" b="1">
                <a:solidFill>
                  <a:srgbClr val="003F6B"/>
                </a:solidFill>
                <a:latin typeface="Nimbus Sans"/>
                <a:ea typeface="Nimbus Sans"/>
                <a:cs typeface="Nimbus Sans"/>
              </a:defRPr>
            </a:lvl2pPr>
            <a:lvl3pPr algn="ctr">
              <a:defRPr sz="1575" b="1">
                <a:solidFill>
                  <a:srgbClr val="003F6B"/>
                </a:solidFill>
                <a:latin typeface="Nimbus Sans"/>
                <a:ea typeface="Nimbus Sans"/>
                <a:cs typeface="Nimbus Sans"/>
              </a:defRPr>
            </a:lvl3pPr>
            <a:lvl4pPr algn="ctr">
              <a:defRPr sz="1575" b="1">
                <a:solidFill>
                  <a:srgbClr val="003F6B"/>
                </a:solidFill>
                <a:latin typeface="Nimbus Sans"/>
                <a:ea typeface="Nimbus Sans"/>
                <a:cs typeface="Nimbus Sans"/>
              </a:defRPr>
            </a:lvl4pPr>
            <a:lvl5pPr algn="ctr">
              <a:defRPr sz="1575" b="1">
                <a:solidFill>
                  <a:srgbClr val="003F6B"/>
                </a:solidFill>
                <a:latin typeface="Nimbus Sans"/>
                <a:ea typeface="Nimbus Sans"/>
                <a:cs typeface="Nimbus Sans"/>
              </a:defRPr>
            </a:lvl5pPr>
            <a:lvl6pPr algn="ctr">
              <a:defRPr sz="1575" b="1">
                <a:solidFill>
                  <a:srgbClr val="003F6B"/>
                </a:solidFill>
                <a:latin typeface="Nimbus Sans"/>
                <a:ea typeface="Nimbus Sans"/>
                <a:cs typeface="Nimbus Sans"/>
              </a:defRPr>
            </a:lvl6pPr>
            <a:lvl7pPr algn="ctr">
              <a:defRPr sz="1575" b="1">
                <a:solidFill>
                  <a:srgbClr val="003F6B"/>
                </a:solidFill>
                <a:latin typeface="Nimbus Sans"/>
                <a:ea typeface="Nimbus Sans"/>
                <a:cs typeface="Nimbus Sans"/>
              </a:defRPr>
            </a:lvl7pPr>
            <a:lvl8pPr algn="ctr">
              <a:defRPr sz="1575" b="1">
                <a:solidFill>
                  <a:srgbClr val="003F6B"/>
                </a:solidFill>
                <a:latin typeface="Nimbus Sans"/>
                <a:ea typeface="Nimbus Sans"/>
                <a:cs typeface="Nimbus Sans"/>
              </a:defRPr>
            </a:lvl8pPr>
            <a:lvl9pPr algn="ctr">
              <a:defRPr sz="1575" b="1">
                <a:solidFill>
                  <a:srgbClr val="003F6B"/>
                </a:solidFill>
                <a:latin typeface="Nimbus Sans"/>
                <a:ea typeface="Nimbus Sans"/>
                <a:cs typeface="Nimbus Sans"/>
              </a:defRPr>
            </a:lvl9pPr>
          </a:lstStyle>
          <a:p xmlns:a="http://schemas.openxmlformats.org/drawingml/2006/main">
            <a:pPr algn="ctr">
              <a:defRPr sz="1575" b="1">
                <a:solidFill>
                  <a:srgbClr val="003F6B"/>
                </a:solidFill>
                <a:latin typeface="Nimbus Sans"/>
                <a:ea typeface="Nimbus Sans"/>
                <a:cs typeface="Nimbus Sans"/>
              </a:defRPr>
            </a:pPr>
            <a:r>
              <a:rPr sz="1575" b="1">
                <a:solidFill>
                  <a:srgbClr val="003F6B"/>
                </a:solidFill>
                <a:latin typeface="Nimbus Sans"/>
                <a:ea typeface="Nimbus Sans"/>
                <a:cs typeface="Nimbus Sans"/>
              </a:rPr>
              <a:t>Abocal</a:t>
            </a:r>
          </a:p>
        </p:txBody>
      </p:sp>
      <p:sp>
        <p:nvSpPr>
          <p:cNvPr id="27" name="description-7">
            <a:extLst xmlns:a="http://schemas.openxmlformats.org/drawingml/2006/main">
              <a:ext uri="{FF2B5EF4-FFF2-40B4-BE49-F238E27FC236}">
                <a16:creationId xmlns:a16="http://schemas.microsoft.com/office/drawing/2014/main" id="{3FFA0729-855B-45A9-8419-B5FF3A042478}"/>
              </a:ext>
            </a:extLst>
          </p:cNvPr>
          <p:cNvSpPr>
            <a:spLocks xmlns:a="http://schemas.openxmlformats.org/drawingml/2006/main" noGrp="1"/>
          </p:cNvSpPr>
          <p:nvPr/>
        </p:nvSpPr>
        <p:spPr>
          <a:xfrm xmlns:a="http://schemas.openxmlformats.org/drawingml/2006/main">
            <a:off x="7105650" y="5867400"/>
            <a:ext cx="200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275" b="0">
                <a:solidFill>
                  <a:srgbClr val="5F6E7A"/>
                </a:solidFill>
                <a:latin typeface="Nimbus Sans"/>
                <a:ea typeface="Nimbus Sans"/>
                <a:cs typeface="Nimbus Sans"/>
              </a:defRPr>
            </a:defPPr>
            <a:lvl1pPr algn="ctr">
              <a:defRPr sz="1275" b="0">
                <a:solidFill>
                  <a:srgbClr val="5F6E7A"/>
                </a:solidFill>
                <a:latin typeface="Nimbus Sans"/>
                <a:ea typeface="Nimbus Sans"/>
                <a:cs typeface="Nimbus Sans"/>
              </a:defRPr>
            </a:lvl1pPr>
            <a:lvl2pPr algn="ctr">
              <a:defRPr sz="1275" b="0">
                <a:solidFill>
                  <a:srgbClr val="5F6E7A"/>
                </a:solidFill>
                <a:latin typeface="Nimbus Sans"/>
                <a:ea typeface="Nimbus Sans"/>
                <a:cs typeface="Nimbus Sans"/>
              </a:defRPr>
            </a:lvl2pPr>
            <a:lvl3pPr algn="ctr">
              <a:defRPr sz="1275" b="0">
                <a:solidFill>
                  <a:srgbClr val="5F6E7A"/>
                </a:solidFill>
                <a:latin typeface="Nimbus Sans"/>
                <a:ea typeface="Nimbus Sans"/>
                <a:cs typeface="Nimbus Sans"/>
              </a:defRPr>
            </a:lvl3pPr>
            <a:lvl4pPr algn="ctr">
              <a:defRPr sz="1275" b="0">
                <a:solidFill>
                  <a:srgbClr val="5F6E7A"/>
                </a:solidFill>
                <a:latin typeface="Nimbus Sans"/>
                <a:ea typeface="Nimbus Sans"/>
                <a:cs typeface="Nimbus Sans"/>
              </a:defRPr>
            </a:lvl4pPr>
            <a:lvl5pPr algn="ctr">
              <a:defRPr sz="1275" b="0">
                <a:solidFill>
                  <a:srgbClr val="5F6E7A"/>
                </a:solidFill>
                <a:latin typeface="Nimbus Sans"/>
                <a:ea typeface="Nimbus Sans"/>
                <a:cs typeface="Nimbus Sans"/>
              </a:defRPr>
            </a:lvl5pPr>
            <a:lvl6pPr algn="ctr">
              <a:defRPr sz="1275" b="0">
                <a:solidFill>
                  <a:srgbClr val="5F6E7A"/>
                </a:solidFill>
                <a:latin typeface="Nimbus Sans"/>
                <a:ea typeface="Nimbus Sans"/>
                <a:cs typeface="Nimbus Sans"/>
              </a:defRPr>
            </a:lvl6pPr>
            <a:lvl7pPr algn="ctr">
              <a:defRPr sz="1275" b="0">
                <a:solidFill>
                  <a:srgbClr val="5F6E7A"/>
                </a:solidFill>
                <a:latin typeface="Nimbus Sans"/>
                <a:ea typeface="Nimbus Sans"/>
                <a:cs typeface="Nimbus Sans"/>
              </a:defRPr>
            </a:lvl7pPr>
            <a:lvl8pPr algn="ctr">
              <a:defRPr sz="1275" b="0">
                <a:solidFill>
                  <a:srgbClr val="5F6E7A"/>
                </a:solidFill>
                <a:latin typeface="Nimbus Sans"/>
                <a:ea typeface="Nimbus Sans"/>
                <a:cs typeface="Nimbus Sans"/>
              </a:defRPr>
            </a:lvl8pPr>
            <a:lvl9pPr algn="ctr">
              <a:defRPr sz="1275" b="0">
                <a:solidFill>
                  <a:srgbClr val="5F6E7A"/>
                </a:solidFill>
                <a:latin typeface="Nimbus Sans"/>
                <a:ea typeface="Nimbus Sans"/>
                <a:cs typeface="Nimbus Sans"/>
              </a:defRPr>
            </a:lvl9pPr>
          </a:lstStyle>
          <a:p xmlns:a="http://schemas.openxmlformats.org/drawingml/2006/main">
            <a:pPr algn="ctr">
              <a:defRPr sz="1275" b="0">
                <a:solidFill>
                  <a:srgbClr val="5F6E7A"/>
                </a:solidFill>
                <a:latin typeface="Nimbus Sans"/>
                <a:ea typeface="Nimbus Sans"/>
                <a:cs typeface="Nimbus Sans"/>
              </a:defRPr>
            </a:pPr>
            <a:r>
              <a:rPr sz="1275" b="0">
                <a:solidFill>
                  <a:srgbClr val="5F6E7A"/>
                </a:solidFill>
                <a:latin typeface="Nimbus Sans"/>
                <a:ea typeface="Nimbus Sans"/>
                <a:cs typeface="Nimbus Sans"/>
              </a:rPr>
              <a:t>Calcium + vitamin D3</a:t>
            </a:r>
          </a:p>
          <a:p xmlns:a="http://schemas.openxmlformats.org/drawingml/2006/main">
            <a:pPr algn="ctr">
              <a:defRPr sz="1275" b="0">
                <a:solidFill>
                  <a:srgbClr val="5F6E7A"/>
                </a:solidFill>
                <a:latin typeface="Nimbus Sans"/>
                <a:ea typeface="Nimbus Sans"/>
                <a:cs typeface="Nimbus Sans"/>
              </a:defRPr>
            </a:pPr>
            <a:r>
              <a:rPr sz="1275" b="0">
                <a:solidFill>
                  <a:srgbClr val="5F6E7A"/>
                </a:solidFill>
                <a:latin typeface="Nimbus Sans"/>
                <a:ea typeface="Nimbus Sans"/>
                <a:cs typeface="Nimbus Sans"/>
              </a:rPr>
              <a:t>Tablets</a:t>
            </a:r>
          </a:p>
        </p:txBody>
      </p:sp>
      <p:sp>
        <p:nvSpPr>
          <p:cNvPr id="28" name="exposure-label">
            <a:extLst xmlns:a="http://schemas.openxmlformats.org/drawingml/2006/main">
              <a:ext uri="{FF2B5EF4-FFF2-40B4-BE49-F238E27FC236}">
                <a16:creationId xmlns:a16="http://schemas.microsoft.com/office/drawing/2014/main" id="{4CE787C7-C0D9-4C86-955A-8974441E24AE}"/>
              </a:ext>
            </a:extLst>
          </p:cNvPr>
          <p:cNvSpPr>
            <a:spLocks xmlns:a="http://schemas.openxmlformats.org/drawingml/2006/main" noGrp="1"/>
          </p:cNvSpPr>
          <p:nvPr/>
        </p:nvSpPr>
        <p:spPr>
          <a:xfrm xmlns:a="http://schemas.openxmlformats.org/drawingml/2006/main">
            <a:off x="9591675" y="1485900"/>
            <a:ext cx="2057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03F6B"/>
                </a:solidFill>
                <a:latin typeface="Nimbus Sans"/>
                <a:ea typeface="Nimbus Sans"/>
                <a:cs typeface="Nimbus Sans"/>
              </a:defRPr>
            </a:defPPr>
            <a:lvl1pPr algn="l">
              <a:defRPr sz="1275" b="1">
                <a:solidFill>
                  <a:srgbClr val="003F6B"/>
                </a:solidFill>
                <a:latin typeface="Nimbus Sans"/>
                <a:ea typeface="Nimbus Sans"/>
                <a:cs typeface="Nimbus Sans"/>
              </a:defRPr>
            </a:lvl1pPr>
            <a:lvl2pPr algn="l">
              <a:defRPr sz="1275" b="1">
                <a:solidFill>
                  <a:srgbClr val="003F6B"/>
                </a:solidFill>
                <a:latin typeface="Nimbus Sans"/>
                <a:ea typeface="Nimbus Sans"/>
                <a:cs typeface="Nimbus Sans"/>
              </a:defRPr>
            </a:lvl2pPr>
            <a:lvl3pPr algn="l">
              <a:defRPr sz="1275" b="1">
                <a:solidFill>
                  <a:srgbClr val="003F6B"/>
                </a:solidFill>
                <a:latin typeface="Nimbus Sans"/>
                <a:ea typeface="Nimbus Sans"/>
                <a:cs typeface="Nimbus Sans"/>
              </a:defRPr>
            </a:lvl3pPr>
            <a:lvl4pPr algn="l">
              <a:defRPr sz="1275" b="1">
                <a:solidFill>
                  <a:srgbClr val="003F6B"/>
                </a:solidFill>
                <a:latin typeface="Nimbus Sans"/>
                <a:ea typeface="Nimbus Sans"/>
                <a:cs typeface="Nimbus Sans"/>
              </a:defRPr>
            </a:lvl4pPr>
            <a:lvl5pPr algn="l">
              <a:defRPr sz="1275" b="1">
                <a:solidFill>
                  <a:srgbClr val="003F6B"/>
                </a:solidFill>
                <a:latin typeface="Nimbus Sans"/>
                <a:ea typeface="Nimbus Sans"/>
                <a:cs typeface="Nimbus Sans"/>
              </a:defRPr>
            </a:lvl5pPr>
            <a:lvl6pPr algn="l">
              <a:defRPr sz="1275" b="1">
                <a:solidFill>
                  <a:srgbClr val="003F6B"/>
                </a:solidFill>
                <a:latin typeface="Nimbus Sans"/>
                <a:ea typeface="Nimbus Sans"/>
                <a:cs typeface="Nimbus Sans"/>
              </a:defRPr>
            </a:lvl6pPr>
            <a:lvl7pPr algn="l">
              <a:defRPr sz="1275" b="1">
                <a:solidFill>
                  <a:srgbClr val="003F6B"/>
                </a:solidFill>
                <a:latin typeface="Nimbus Sans"/>
                <a:ea typeface="Nimbus Sans"/>
                <a:cs typeface="Nimbus Sans"/>
              </a:defRPr>
            </a:lvl7pPr>
            <a:lvl8pPr algn="l">
              <a:defRPr sz="1275" b="1">
                <a:solidFill>
                  <a:srgbClr val="003F6B"/>
                </a:solidFill>
                <a:latin typeface="Nimbus Sans"/>
                <a:ea typeface="Nimbus Sans"/>
                <a:cs typeface="Nimbus Sans"/>
              </a:defRPr>
            </a:lvl8pPr>
            <a:lvl9pPr algn="l">
              <a:defRPr sz="1275" b="1">
                <a:solidFill>
                  <a:srgbClr val="003F6B"/>
                </a:solidFill>
                <a:latin typeface="Nimbus Sans"/>
                <a:ea typeface="Nimbus Sans"/>
                <a:cs typeface="Nimbus Sans"/>
              </a:defRPr>
            </a:lvl9pPr>
          </a:lstStyle>
          <a:p xmlns:a="http://schemas.openxmlformats.org/drawingml/2006/main">
            <a:pPr algn="l">
              <a:defRPr sz="1275" b="1">
                <a:solidFill>
                  <a:srgbClr val="003F6B"/>
                </a:solidFill>
                <a:latin typeface="Nimbus Sans"/>
                <a:ea typeface="Nimbus Sans"/>
                <a:cs typeface="Nimbus Sans"/>
              </a:defRPr>
            </a:pPr>
            <a:r>
              <a:rPr sz="1275" b="1">
                <a:solidFill>
                  <a:srgbClr val="003F6B"/>
                </a:solidFill>
                <a:latin typeface="Nimbus Sans"/>
                <a:ea typeface="Nimbus Sans"/>
                <a:cs typeface="Nimbus Sans"/>
              </a:rPr>
              <a:t>Estimated sales exposure</a:t>
            </a:r>
          </a:p>
        </p:txBody>
      </p:sp>
      <p:sp>
        <p:nvSpPr>
          <p:cNvPr id="29" name="exposure">
            <a:extLst xmlns:a="http://schemas.openxmlformats.org/drawingml/2006/main">
              <a:ext uri="{FF2B5EF4-FFF2-40B4-BE49-F238E27FC236}">
                <a16:creationId xmlns:a16="http://schemas.microsoft.com/office/drawing/2014/main" id="{65AD883E-4EE3-467D-8C23-711E59E9AFD9}"/>
              </a:ext>
            </a:extLst>
          </p:cNvPr>
          <p:cNvSpPr>
            <a:spLocks xmlns:a="http://schemas.openxmlformats.org/drawingml/2006/main" noGrp="1"/>
          </p:cNvSpPr>
          <p:nvPr/>
        </p:nvSpPr>
        <p:spPr>
          <a:xfrm xmlns:a="http://schemas.openxmlformats.org/drawingml/2006/main">
            <a:off x="9534525" y="1962150"/>
            <a:ext cx="2143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850" b="1">
                <a:solidFill>
                  <a:srgbClr val="00589C"/>
                </a:solidFill>
                <a:latin typeface="Nimbus Sans"/>
                <a:ea typeface="Nimbus Sans"/>
                <a:cs typeface="Nimbus Sans"/>
              </a:defRPr>
            </a:defPPr>
            <a:lvl1pPr algn="l">
              <a:defRPr sz="5850" b="1">
                <a:solidFill>
                  <a:srgbClr val="00589C"/>
                </a:solidFill>
                <a:latin typeface="Nimbus Sans"/>
                <a:ea typeface="Nimbus Sans"/>
                <a:cs typeface="Nimbus Sans"/>
              </a:defRPr>
            </a:lvl1pPr>
            <a:lvl2pPr algn="l">
              <a:defRPr sz="5850" b="1">
                <a:solidFill>
                  <a:srgbClr val="00589C"/>
                </a:solidFill>
                <a:latin typeface="Nimbus Sans"/>
                <a:ea typeface="Nimbus Sans"/>
                <a:cs typeface="Nimbus Sans"/>
              </a:defRPr>
            </a:lvl2pPr>
            <a:lvl3pPr algn="l">
              <a:defRPr sz="5850" b="1">
                <a:solidFill>
                  <a:srgbClr val="00589C"/>
                </a:solidFill>
                <a:latin typeface="Nimbus Sans"/>
                <a:ea typeface="Nimbus Sans"/>
                <a:cs typeface="Nimbus Sans"/>
              </a:defRPr>
            </a:lvl3pPr>
            <a:lvl4pPr algn="l">
              <a:defRPr sz="5850" b="1">
                <a:solidFill>
                  <a:srgbClr val="00589C"/>
                </a:solidFill>
                <a:latin typeface="Nimbus Sans"/>
                <a:ea typeface="Nimbus Sans"/>
                <a:cs typeface="Nimbus Sans"/>
              </a:defRPr>
            </a:lvl4pPr>
            <a:lvl5pPr algn="l">
              <a:defRPr sz="5850" b="1">
                <a:solidFill>
                  <a:srgbClr val="00589C"/>
                </a:solidFill>
                <a:latin typeface="Nimbus Sans"/>
                <a:ea typeface="Nimbus Sans"/>
                <a:cs typeface="Nimbus Sans"/>
              </a:defRPr>
            </a:lvl5pPr>
            <a:lvl6pPr algn="l">
              <a:defRPr sz="5850" b="1">
                <a:solidFill>
                  <a:srgbClr val="00589C"/>
                </a:solidFill>
                <a:latin typeface="Nimbus Sans"/>
                <a:ea typeface="Nimbus Sans"/>
                <a:cs typeface="Nimbus Sans"/>
              </a:defRPr>
            </a:lvl6pPr>
            <a:lvl7pPr algn="l">
              <a:defRPr sz="5850" b="1">
                <a:solidFill>
                  <a:srgbClr val="00589C"/>
                </a:solidFill>
                <a:latin typeface="Nimbus Sans"/>
                <a:ea typeface="Nimbus Sans"/>
                <a:cs typeface="Nimbus Sans"/>
              </a:defRPr>
            </a:lvl7pPr>
            <a:lvl8pPr algn="l">
              <a:defRPr sz="5850" b="1">
                <a:solidFill>
                  <a:srgbClr val="00589C"/>
                </a:solidFill>
                <a:latin typeface="Nimbus Sans"/>
                <a:ea typeface="Nimbus Sans"/>
                <a:cs typeface="Nimbus Sans"/>
              </a:defRPr>
            </a:lvl8pPr>
            <a:lvl9pPr algn="l">
              <a:defRPr sz="5850" b="1">
                <a:solidFill>
                  <a:srgbClr val="00589C"/>
                </a:solidFill>
                <a:latin typeface="Nimbus Sans"/>
                <a:ea typeface="Nimbus Sans"/>
                <a:cs typeface="Nimbus Sans"/>
              </a:defRPr>
            </a:lvl9pPr>
          </a:lstStyle>
          <a:p xmlns:a="http://schemas.openxmlformats.org/drawingml/2006/main">
            <a:pPr algn="l">
              <a:defRPr sz="5850" b="1">
                <a:solidFill>
                  <a:srgbClr val="00589C"/>
                </a:solidFill>
                <a:latin typeface="Nimbus Sans"/>
                <a:ea typeface="Nimbus Sans"/>
                <a:cs typeface="Nimbus Sans"/>
              </a:defRPr>
            </a:pPr>
            <a:r>
              <a:rPr sz="5850" b="1">
                <a:solidFill>
                  <a:srgbClr val="00589C"/>
                </a:solidFill>
                <a:latin typeface="Nimbus Sans"/>
                <a:ea typeface="Nimbus Sans"/>
                <a:cs typeface="Nimbus Sans"/>
              </a:rPr>
              <a:t>~5%</a:t>
            </a:r>
          </a:p>
        </p:txBody>
      </p:sp>
      <p:sp>
        <p:nvSpPr>
          <p:cNvPr id="30" name="exposure-description">
            <a:extLst xmlns:a="http://schemas.openxmlformats.org/drawingml/2006/main">
              <a:ext uri="{FF2B5EF4-FFF2-40B4-BE49-F238E27FC236}">
                <a16:creationId xmlns:a16="http://schemas.microsoft.com/office/drawing/2014/main" id="{CFF4B764-BB81-4AC9-87A2-C3DA4C242AFF}"/>
              </a:ext>
            </a:extLst>
          </p:cNvPr>
          <p:cNvSpPr>
            <a:spLocks xmlns:a="http://schemas.openxmlformats.org/drawingml/2006/main" noGrp="1"/>
          </p:cNvSpPr>
          <p:nvPr/>
        </p:nvSpPr>
        <p:spPr>
          <a:xfrm xmlns:a="http://schemas.openxmlformats.org/drawingml/2006/main">
            <a:off x="9591675" y="2905125"/>
            <a:ext cx="20955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003F6B"/>
                </a:solidFill>
                <a:latin typeface="Nimbus Sans"/>
                <a:ea typeface="Nimbus Sans"/>
                <a:cs typeface="Nimbus Sans"/>
              </a:defRPr>
            </a:defPPr>
            <a:lvl1pPr algn="l">
              <a:defRPr sz="1575" b="1">
                <a:solidFill>
                  <a:srgbClr val="003F6B"/>
                </a:solidFill>
                <a:latin typeface="Nimbus Sans"/>
                <a:ea typeface="Nimbus Sans"/>
                <a:cs typeface="Nimbus Sans"/>
              </a:defRPr>
            </a:lvl1pPr>
            <a:lvl2pPr algn="l">
              <a:defRPr sz="1575" b="1">
                <a:solidFill>
                  <a:srgbClr val="003F6B"/>
                </a:solidFill>
                <a:latin typeface="Nimbus Sans"/>
                <a:ea typeface="Nimbus Sans"/>
                <a:cs typeface="Nimbus Sans"/>
              </a:defRPr>
            </a:lvl2pPr>
            <a:lvl3pPr algn="l">
              <a:defRPr sz="1575" b="1">
                <a:solidFill>
                  <a:srgbClr val="003F6B"/>
                </a:solidFill>
                <a:latin typeface="Nimbus Sans"/>
                <a:ea typeface="Nimbus Sans"/>
                <a:cs typeface="Nimbus Sans"/>
              </a:defRPr>
            </a:lvl3pPr>
            <a:lvl4pPr algn="l">
              <a:defRPr sz="1575" b="1">
                <a:solidFill>
                  <a:srgbClr val="003F6B"/>
                </a:solidFill>
                <a:latin typeface="Nimbus Sans"/>
                <a:ea typeface="Nimbus Sans"/>
                <a:cs typeface="Nimbus Sans"/>
              </a:defRPr>
            </a:lvl4pPr>
            <a:lvl5pPr algn="l">
              <a:defRPr sz="1575" b="1">
                <a:solidFill>
                  <a:srgbClr val="003F6B"/>
                </a:solidFill>
                <a:latin typeface="Nimbus Sans"/>
                <a:ea typeface="Nimbus Sans"/>
                <a:cs typeface="Nimbus Sans"/>
              </a:defRPr>
            </a:lvl5pPr>
            <a:lvl6pPr algn="l">
              <a:defRPr sz="1575" b="1">
                <a:solidFill>
                  <a:srgbClr val="003F6B"/>
                </a:solidFill>
                <a:latin typeface="Nimbus Sans"/>
                <a:ea typeface="Nimbus Sans"/>
                <a:cs typeface="Nimbus Sans"/>
              </a:defRPr>
            </a:lvl6pPr>
            <a:lvl7pPr algn="l">
              <a:defRPr sz="1575" b="1">
                <a:solidFill>
                  <a:srgbClr val="003F6B"/>
                </a:solidFill>
                <a:latin typeface="Nimbus Sans"/>
                <a:ea typeface="Nimbus Sans"/>
                <a:cs typeface="Nimbus Sans"/>
              </a:defRPr>
            </a:lvl7pPr>
            <a:lvl8pPr algn="l">
              <a:defRPr sz="1575" b="1">
                <a:solidFill>
                  <a:srgbClr val="003F6B"/>
                </a:solidFill>
                <a:latin typeface="Nimbus Sans"/>
                <a:ea typeface="Nimbus Sans"/>
                <a:cs typeface="Nimbus Sans"/>
              </a:defRPr>
            </a:lvl8pPr>
            <a:lvl9pPr algn="l">
              <a:defRPr sz="1575" b="1">
                <a:solidFill>
                  <a:srgbClr val="003F6B"/>
                </a:solidFill>
                <a:latin typeface="Nimbus Sans"/>
                <a:ea typeface="Nimbus Sans"/>
                <a:cs typeface="Nimbus Sans"/>
              </a:defRPr>
            </a:lvl9pPr>
          </a:lstStyle>
          <a:p xmlns:a="http://schemas.openxmlformats.org/drawingml/2006/main">
            <a:pPr algn="l">
              <a:defRPr sz="1575" b="1">
                <a:solidFill>
                  <a:srgbClr val="003F6B"/>
                </a:solidFill>
                <a:latin typeface="Nimbus Sans"/>
                <a:ea typeface="Nimbus Sans"/>
                <a:cs typeface="Nimbus Sans"/>
              </a:defRPr>
            </a:pPr>
            <a:r>
              <a:rPr sz="1575" b="1">
                <a:solidFill>
                  <a:srgbClr val="003F6B"/>
                </a:solidFill>
                <a:latin typeface="Nimbus Sans"/>
                <a:ea typeface="Nimbus Sans"/>
                <a:cs typeface="Nimbus Sans"/>
              </a:rPr>
              <a:t>of listed sales</a:t>
            </a:r>
          </a:p>
          <a:p xmlns:a="http://schemas.openxmlformats.org/drawingml/2006/main">
            <a:pPr algn="l">
              <a:defRPr sz="1575" b="1">
                <a:solidFill>
                  <a:srgbClr val="003F6B"/>
                </a:solidFill>
                <a:latin typeface="Nimbus Sans"/>
                <a:ea typeface="Nimbus Sans"/>
                <a:cs typeface="Nimbus Sans"/>
              </a:defRPr>
            </a:pPr>
            <a:r>
              <a:rPr sz="1575" b="1">
                <a:solidFill>
                  <a:srgbClr val="003F6B"/>
                </a:solidFill>
                <a:latin typeface="Nimbus Sans"/>
                <a:ea typeface="Nimbus Sans"/>
                <a:cs typeface="Nimbus Sans"/>
              </a:rPr>
              <a:t>may go away</a:t>
            </a:r>
          </a:p>
        </p:txBody>
      </p:sp>
      <p:sp>
        <p:nvSpPr>
          <p:cNvPr id="31" name="other-heading">
            <a:extLst xmlns:a="http://schemas.openxmlformats.org/drawingml/2006/main">
              <a:ext uri="{FF2B5EF4-FFF2-40B4-BE49-F238E27FC236}">
                <a16:creationId xmlns:a16="http://schemas.microsoft.com/office/drawing/2014/main" id="{00394479-02BC-4B2B-BFF6-3506FDB74462}"/>
              </a:ext>
            </a:extLst>
          </p:cNvPr>
          <p:cNvSpPr>
            <a:spLocks xmlns:a="http://schemas.openxmlformats.org/drawingml/2006/main" noGrp="1"/>
          </p:cNvSpPr>
          <p:nvPr/>
        </p:nvSpPr>
        <p:spPr>
          <a:xfrm xmlns:a="http://schemas.openxmlformats.org/drawingml/2006/main">
            <a:off x="9591675" y="3924300"/>
            <a:ext cx="2076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3F6B"/>
                </a:solidFill>
                <a:latin typeface="Nimbus Sans"/>
                <a:ea typeface="Nimbus Sans"/>
                <a:cs typeface="Nimbus Sans"/>
              </a:defRPr>
            </a:defPPr>
            <a:lvl1pPr algn="l">
              <a:defRPr sz="1350" b="1">
                <a:solidFill>
                  <a:srgbClr val="003F6B"/>
                </a:solidFill>
                <a:latin typeface="Nimbus Sans"/>
                <a:ea typeface="Nimbus Sans"/>
                <a:cs typeface="Nimbus Sans"/>
              </a:defRPr>
            </a:lvl1pPr>
            <a:lvl2pPr algn="l">
              <a:defRPr sz="1350" b="1">
                <a:solidFill>
                  <a:srgbClr val="003F6B"/>
                </a:solidFill>
                <a:latin typeface="Nimbus Sans"/>
                <a:ea typeface="Nimbus Sans"/>
                <a:cs typeface="Nimbus Sans"/>
              </a:defRPr>
            </a:lvl2pPr>
            <a:lvl3pPr algn="l">
              <a:defRPr sz="1350" b="1">
                <a:solidFill>
                  <a:srgbClr val="003F6B"/>
                </a:solidFill>
                <a:latin typeface="Nimbus Sans"/>
                <a:ea typeface="Nimbus Sans"/>
                <a:cs typeface="Nimbus Sans"/>
              </a:defRPr>
            </a:lvl3pPr>
            <a:lvl4pPr algn="l">
              <a:defRPr sz="1350" b="1">
                <a:solidFill>
                  <a:srgbClr val="003F6B"/>
                </a:solidFill>
                <a:latin typeface="Nimbus Sans"/>
                <a:ea typeface="Nimbus Sans"/>
                <a:cs typeface="Nimbus Sans"/>
              </a:defRPr>
            </a:lvl4pPr>
            <a:lvl5pPr algn="l">
              <a:defRPr sz="1350" b="1">
                <a:solidFill>
                  <a:srgbClr val="003F6B"/>
                </a:solidFill>
                <a:latin typeface="Nimbus Sans"/>
                <a:ea typeface="Nimbus Sans"/>
                <a:cs typeface="Nimbus Sans"/>
              </a:defRPr>
            </a:lvl5pPr>
            <a:lvl6pPr algn="l">
              <a:defRPr sz="1350" b="1">
                <a:solidFill>
                  <a:srgbClr val="003F6B"/>
                </a:solidFill>
                <a:latin typeface="Nimbus Sans"/>
                <a:ea typeface="Nimbus Sans"/>
                <a:cs typeface="Nimbus Sans"/>
              </a:defRPr>
            </a:lvl6pPr>
            <a:lvl7pPr algn="l">
              <a:defRPr sz="1350" b="1">
                <a:solidFill>
                  <a:srgbClr val="003F6B"/>
                </a:solidFill>
                <a:latin typeface="Nimbus Sans"/>
                <a:ea typeface="Nimbus Sans"/>
                <a:cs typeface="Nimbus Sans"/>
              </a:defRPr>
            </a:lvl7pPr>
            <a:lvl8pPr algn="l">
              <a:defRPr sz="1350" b="1">
                <a:solidFill>
                  <a:srgbClr val="003F6B"/>
                </a:solidFill>
                <a:latin typeface="Nimbus Sans"/>
                <a:ea typeface="Nimbus Sans"/>
                <a:cs typeface="Nimbus Sans"/>
              </a:defRPr>
            </a:lvl8pPr>
            <a:lvl9pPr algn="l">
              <a:defRPr sz="1350" b="1">
                <a:solidFill>
                  <a:srgbClr val="003F6B"/>
                </a:solidFill>
                <a:latin typeface="Nimbus Sans"/>
                <a:ea typeface="Nimbus Sans"/>
                <a:cs typeface="Nimbus Sans"/>
              </a:defRPr>
            </a:lvl9pPr>
          </a:lstStyle>
          <a:p xmlns:a="http://schemas.openxmlformats.org/drawingml/2006/main">
            <a:pPr algn="l">
              <a:defRPr sz="1350" b="1">
                <a:solidFill>
                  <a:srgbClr val="003F6B"/>
                </a:solidFill>
                <a:latin typeface="Nimbus Sans"/>
                <a:ea typeface="Nimbus Sans"/>
                <a:cs typeface="Nimbus Sans"/>
              </a:defRPr>
            </a:pPr>
            <a:r>
              <a:rPr sz="1350" b="1">
                <a:solidFill>
                  <a:srgbClr val="003F6B"/>
                </a:solidFill>
                <a:latin typeface="Nimbus Sans"/>
                <a:ea typeface="Nimbus Sans"/>
                <a:cs typeface="Nimbus Sans"/>
              </a:rPr>
              <a:t>Also in the portfolio</a:t>
            </a:r>
          </a:p>
        </p:txBody>
      </p:sp>
      <p:sp>
        <p:nvSpPr>
          <p:cNvPr id="32" name="other-brands">
            <a:extLst xmlns:a="http://schemas.openxmlformats.org/drawingml/2006/main">
              <a:ext uri="{FF2B5EF4-FFF2-40B4-BE49-F238E27FC236}">
                <a16:creationId xmlns:a16="http://schemas.microsoft.com/office/drawing/2014/main" id="{817CBC89-4997-4FAD-A930-33532AF8BCEB}"/>
              </a:ext>
            </a:extLst>
          </p:cNvPr>
          <p:cNvSpPr>
            <a:spLocks xmlns:a="http://schemas.openxmlformats.org/drawingml/2006/main" noGrp="1"/>
          </p:cNvSpPr>
          <p:nvPr/>
        </p:nvSpPr>
        <p:spPr>
          <a:xfrm xmlns:a="http://schemas.openxmlformats.org/drawingml/2006/main">
            <a:off x="9591675" y="4305300"/>
            <a:ext cx="20764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243A4D"/>
                </a:solidFill>
                <a:latin typeface="Nimbus Sans"/>
                <a:ea typeface="Nimbus Sans"/>
                <a:cs typeface="Nimbus Sans"/>
              </a:defRPr>
            </a:defPPr>
            <a:lvl1pPr algn="l">
              <a:defRPr sz="1350" b="0">
                <a:solidFill>
                  <a:srgbClr val="243A4D"/>
                </a:solidFill>
                <a:latin typeface="Nimbus Sans"/>
                <a:ea typeface="Nimbus Sans"/>
                <a:cs typeface="Nimbus Sans"/>
              </a:defRPr>
            </a:lvl1pPr>
            <a:lvl2pPr algn="l">
              <a:defRPr sz="1350" b="0">
                <a:solidFill>
                  <a:srgbClr val="243A4D"/>
                </a:solidFill>
                <a:latin typeface="Nimbus Sans"/>
                <a:ea typeface="Nimbus Sans"/>
                <a:cs typeface="Nimbus Sans"/>
              </a:defRPr>
            </a:lvl2pPr>
            <a:lvl3pPr algn="l">
              <a:defRPr sz="1350" b="0">
                <a:solidFill>
                  <a:srgbClr val="243A4D"/>
                </a:solidFill>
                <a:latin typeface="Nimbus Sans"/>
                <a:ea typeface="Nimbus Sans"/>
                <a:cs typeface="Nimbus Sans"/>
              </a:defRPr>
            </a:lvl3pPr>
            <a:lvl4pPr algn="l">
              <a:defRPr sz="1350" b="0">
                <a:solidFill>
                  <a:srgbClr val="243A4D"/>
                </a:solidFill>
                <a:latin typeface="Nimbus Sans"/>
                <a:ea typeface="Nimbus Sans"/>
                <a:cs typeface="Nimbus Sans"/>
              </a:defRPr>
            </a:lvl4pPr>
            <a:lvl5pPr algn="l">
              <a:defRPr sz="1350" b="0">
                <a:solidFill>
                  <a:srgbClr val="243A4D"/>
                </a:solidFill>
                <a:latin typeface="Nimbus Sans"/>
                <a:ea typeface="Nimbus Sans"/>
                <a:cs typeface="Nimbus Sans"/>
              </a:defRPr>
            </a:lvl5pPr>
            <a:lvl6pPr algn="l">
              <a:defRPr sz="1350" b="0">
                <a:solidFill>
                  <a:srgbClr val="243A4D"/>
                </a:solidFill>
                <a:latin typeface="Nimbus Sans"/>
                <a:ea typeface="Nimbus Sans"/>
                <a:cs typeface="Nimbus Sans"/>
              </a:defRPr>
            </a:lvl6pPr>
            <a:lvl7pPr algn="l">
              <a:defRPr sz="1350" b="0">
                <a:solidFill>
                  <a:srgbClr val="243A4D"/>
                </a:solidFill>
                <a:latin typeface="Nimbus Sans"/>
                <a:ea typeface="Nimbus Sans"/>
                <a:cs typeface="Nimbus Sans"/>
              </a:defRPr>
            </a:lvl7pPr>
            <a:lvl8pPr algn="l">
              <a:defRPr sz="1350" b="0">
                <a:solidFill>
                  <a:srgbClr val="243A4D"/>
                </a:solidFill>
                <a:latin typeface="Nimbus Sans"/>
                <a:ea typeface="Nimbus Sans"/>
                <a:cs typeface="Nimbus Sans"/>
              </a:defRPr>
            </a:lvl8pPr>
            <a:lvl9pPr algn="l">
              <a:defRPr sz="1350" b="0">
                <a:solidFill>
                  <a:srgbClr val="243A4D"/>
                </a:solidFill>
                <a:latin typeface="Nimbus Sans"/>
                <a:ea typeface="Nimbus Sans"/>
                <a:cs typeface="Nimbus Sans"/>
              </a:defRPr>
            </a:lvl9pPr>
          </a:lstStyle>
          <a:p xmlns:a="http://schemas.openxmlformats.org/drawingml/2006/main">
            <a:pPr algn="l">
              <a:defRPr sz="1350" b="0">
                <a:solidFill>
                  <a:srgbClr val="243A4D"/>
                </a:solidFill>
                <a:latin typeface="Nimbus Sans"/>
                <a:ea typeface="Nimbus Sans"/>
                <a:cs typeface="Nimbus Sans"/>
              </a:defRPr>
            </a:pPr>
            <a:r>
              <a:rPr sz="1350" b="0">
                <a:solidFill>
                  <a:srgbClr val="243A4D"/>
                </a:solidFill>
                <a:latin typeface="Nimbus Sans"/>
                <a:ea typeface="Nimbus Sans"/>
                <a:cs typeface="Nimbus Sans"/>
              </a:rPr>
              <a:t>Benegut</a:t>
            </a:r>
          </a:p>
          <a:p xmlns:a="http://schemas.openxmlformats.org/drawingml/2006/main">
            <a:pPr algn="l">
              <a:defRPr sz="1350" b="0">
                <a:solidFill>
                  <a:srgbClr val="243A4D"/>
                </a:solidFill>
                <a:latin typeface="Nimbus Sans"/>
                <a:ea typeface="Nimbus Sans"/>
                <a:cs typeface="Nimbus Sans"/>
              </a:defRPr>
            </a:pPr>
            <a:r>
              <a:rPr sz="1350" b="0">
                <a:solidFill>
                  <a:srgbClr val="243A4D"/>
                </a:solidFill>
                <a:latin typeface="Nimbus Sans"/>
                <a:ea typeface="Nimbus Sans"/>
                <a:cs typeface="Nimbus Sans"/>
              </a:rPr>
              <a:t>Combinorm</a:t>
            </a:r>
          </a:p>
          <a:p xmlns:a="http://schemas.openxmlformats.org/drawingml/2006/main">
            <a:pPr algn="l">
              <a:defRPr sz="1350" b="0">
                <a:solidFill>
                  <a:srgbClr val="243A4D"/>
                </a:solidFill>
                <a:latin typeface="Nimbus Sans"/>
                <a:ea typeface="Nimbus Sans"/>
                <a:cs typeface="Nimbus Sans"/>
              </a:defRPr>
            </a:pPr>
            <a:r>
              <a:rPr sz="1350" b="0">
                <a:solidFill>
                  <a:srgbClr val="243A4D"/>
                </a:solidFill>
                <a:latin typeface="Nimbus Sans"/>
                <a:ea typeface="Nimbus Sans"/>
                <a:cs typeface="Nimbus Sans"/>
              </a:rPr>
              <a:t>Antoxipan / DS</a:t>
            </a:r>
          </a:p>
          <a:p xmlns:a="http://schemas.openxmlformats.org/drawingml/2006/main">
            <a:pPr algn="l">
              <a:defRPr sz="1350" b="0">
                <a:solidFill>
                  <a:srgbClr val="243A4D"/>
                </a:solidFill>
                <a:latin typeface="Nimbus Sans"/>
                <a:ea typeface="Nimbus Sans"/>
                <a:cs typeface="Nimbus Sans"/>
              </a:defRPr>
            </a:pPr>
            <a:r>
              <a:rPr sz="1350" b="0">
                <a:solidFill>
                  <a:srgbClr val="243A4D"/>
                </a:solidFill>
                <a:latin typeface="Nimbus Sans"/>
                <a:ea typeface="Nimbus Sans"/>
                <a:cs typeface="Nimbus Sans"/>
              </a:rPr>
              <a:t>Citro-Soda / UTI</a:t>
            </a:r>
          </a:p>
        </p:txBody>
      </p:sp>
      <p:sp>
        <p:nvSpPr>
          <p:cNvPr id="33" name="families">
            <a:extLst xmlns:a="http://schemas.openxmlformats.org/drawingml/2006/main">
              <a:ext uri="{FF2B5EF4-FFF2-40B4-BE49-F238E27FC236}">
                <a16:creationId xmlns:a16="http://schemas.microsoft.com/office/drawing/2014/main" id="{3377CB9C-C2F4-40FF-9D4E-2F08549882E5}"/>
              </a:ext>
            </a:extLst>
          </p:cNvPr>
          <p:cNvSpPr>
            <a:spLocks xmlns:a="http://schemas.openxmlformats.org/drawingml/2006/main" noGrp="1"/>
          </p:cNvSpPr>
          <p:nvPr/>
        </p:nvSpPr>
        <p:spPr>
          <a:xfrm xmlns:a="http://schemas.openxmlformats.org/drawingml/2006/main">
            <a:off x="9591675" y="5705475"/>
            <a:ext cx="20764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5F6E7A"/>
                </a:solidFill>
                <a:latin typeface="Nimbus Sans"/>
                <a:ea typeface="Nimbus Sans"/>
                <a:cs typeface="Nimbus Sans"/>
              </a:defRPr>
            </a:defPPr>
            <a:lvl1pPr algn="l">
              <a:defRPr sz="1275" b="0">
                <a:solidFill>
                  <a:srgbClr val="5F6E7A"/>
                </a:solidFill>
                <a:latin typeface="Nimbus Sans"/>
                <a:ea typeface="Nimbus Sans"/>
                <a:cs typeface="Nimbus Sans"/>
              </a:defRPr>
            </a:lvl1pPr>
            <a:lvl2pPr algn="l">
              <a:defRPr sz="1275" b="0">
                <a:solidFill>
                  <a:srgbClr val="5F6E7A"/>
                </a:solidFill>
                <a:latin typeface="Nimbus Sans"/>
                <a:ea typeface="Nimbus Sans"/>
                <a:cs typeface="Nimbus Sans"/>
              </a:defRPr>
            </a:lvl2pPr>
            <a:lvl3pPr algn="l">
              <a:defRPr sz="1275" b="0">
                <a:solidFill>
                  <a:srgbClr val="5F6E7A"/>
                </a:solidFill>
                <a:latin typeface="Nimbus Sans"/>
                <a:ea typeface="Nimbus Sans"/>
                <a:cs typeface="Nimbus Sans"/>
              </a:defRPr>
            </a:lvl3pPr>
            <a:lvl4pPr algn="l">
              <a:defRPr sz="1275" b="0">
                <a:solidFill>
                  <a:srgbClr val="5F6E7A"/>
                </a:solidFill>
                <a:latin typeface="Nimbus Sans"/>
                <a:ea typeface="Nimbus Sans"/>
                <a:cs typeface="Nimbus Sans"/>
              </a:defRPr>
            </a:lvl4pPr>
            <a:lvl5pPr algn="l">
              <a:defRPr sz="1275" b="0">
                <a:solidFill>
                  <a:srgbClr val="5F6E7A"/>
                </a:solidFill>
                <a:latin typeface="Nimbus Sans"/>
                <a:ea typeface="Nimbus Sans"/>
                <a:cs typeface="Nimbus Sans"/>
              </a:defRPr>
            </a:lvl5pPr>
            <a:lvl6pPr algn="l">
              <a:defRPr sz="1275" b="0">
                <a:solidFill>
                  <a:srgbClr val="5F6E7A"/>
                </a:solidFill>
                <a:latin typeface="Nimbus Sans"/>
                <a:ea typeface="Nimbus Sans"/>
                <a:cs typeface="Nimbus Sans"/>
              </a:defRPr>
            </a:lvl6pPr>
            <a:lvl7pPr algn="l">
              <a:defRPr sz="1275" b="0">
                <a:solidFill>
                  <a:srgbClr val="5F6E7A"/>
                </a:solidFill>
                <a:latin typeface="Nimbus Sans"/>
                <a:ea typeface="Nimbus Sans"/>
                <a:cs typeface="Nimbus Sans"/>
              </a:defRPr>
            </a:lvl7pPr>
            <a:lvl8pPr algn="l">
              <a:defRPr sz="1275" b="0">
                <a:solidFill>
                  <a:srgbClr val="5F6E7A"/>
                </a:solidFill>
                <a:latin typeface="Nimbus Sans"/>
                <a:ea typeface="Nimbus Sans"/>
                <a:cs typeface="Nimbus Sans"/>
              </a:defRPr>
            </a:lvl8pPr>
            <a:lvl9pPr algn="l">
              <a:defRPr sz="1275" b="0">
                <a:solidFill>
                  <a:srgbClr val="5F6E7A"/>
                </a:solidFill>
                <a:latin typeface="Nimbus Sans"/>
                <a:ea typeface="Nimbus Sans"/>
                <a:cs typeface="Nimbus Sans"/>
              </a:defRPr>
            </a:lvl9pPr>
          </a:lstStyle>
          <a:p xmlns:a="http://schemas.openxmlformats.org/drawingml/2006/main">
            <a:pPr algn="l">
              <a:defRPr sz="1275" b="0">
                <a:solidFill>
                  <a:srgbClr val="5F6E7A"/>
                </a:solidFill>
                <a:latin typeface="Nimbus Sans"/>
                <a:ea typeface="Nimbus Sans"/>
                <a:cs typeface="Nimbus Sans"/>
              </a:defRPr>
            </a:pPr>
            <a:r>
              <a:rPr sz="1275" b="0">
                <a:solidFill>
                  <a:srgbClr val="5F6E7A"/>
                </a:solidFill>
                <a:latin typeface="Nimbus Sans"/>
                <a:ea typeface="Nimbus Sans"/>
                <a:cs typeface="Nimbus Sans"/>
              </a:rPr>
              <a:t>12 brand families</a:t>
            </a:r>
          </a:p>
          <a:p xmlns:a="http://schemas.openxmlformats.org/drawingml/2006/main">
            <a:pPr algn="l">
              <a:defRPr sz="1275" b="0">
                <a:solidFill>
                  <a:srgbClr val="5F6E7A"/>
                </a:solidFill>
                <a:latin typeface="Nimbus Sans"/>
                <a:ea typeface="Nimbus Sans"/>
                <a:cs typeface="Nimbus Sans"/>
              </a:defRPr>
            </a:pPr>
            <a:r>
              <a:rPr sz="1275" b="0">
                <a:solidFill>
                  <a:srgbClr val="5F6E7A"/>
                </a:solidFill>
                <a:latin typeface="Nimbus Sans"/>
                <a:ea typeface="Nimbus Sans"/>
                <a:cs typeface="Nimbus Sans"/>
              </a:rPr>
              <a:t>in the supplied screen</a:t>
            </a:r>
          </a:p>
        </p:txBody>
      </p:sp>
      <p:sp>
        <p:nvSpPr>
          <p:cNvPr id="34" name="news">
            <a:extLst xmlns:a="http://schemas.openxmlformats.org/drawingml/2006/main">
              <a:ext uri="{FF2B5EF4-FFF2-40B4-BE49-F238E27FC236}">
                <a16:creationId xmlns:a16="http://schemas.microsoft.com/office/drawing/2014/main" id="{6C7C3874-A81C-4DA9-879D-BAC12089B4E9}"/>
              </a:ext>
            </a:extLst>
          </p:cNvPr>
          <p:cNvSpPr>
            <a:spLocks xmlns:a="http://schemas.openxmlformats.org/drawingml/2006/main" noGrp="1"/>
          </p:cNvSpPr>
          <p:nvPr/>
        </p:nvSpPr>
        <p:spPr>
          <a:xfrm xmlns:a="http://schemas.openxmlformats.org/drawingml/2006/main">
            <a:off x="533400" y="6438900"/>
            <a:ext cx="111061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F6E7A"/>
                </a:solidFill>
                <a:latin typeface="Nimbus Sans"/>
                <a:ea typeface="Nimbus Sans"/>
                <a:cs typeface="Nimbus Sans"/>
              </a:defRPr>
            </a:defPPr>
            <a:lvl1pPr algn="l">
              <a:defRPr sz="975" b="0">
                <a:solidFill>
                  <a:srgbClr val="5F6E7A"/>
                </a:solidFill>
                <a:latin typeface="Nimbus Sans"/>
                <a:ea typeface="Nimbus Sans"/>
                <a:cs typeface="Nimbus Sans"/>
              </a:defRPr>
            </a:lvl1pPr>
            <a:lvl2pPr algn="l">
              <a:defRPr sz="975" b="0">
                <a:solidFill>
                  <a:srgbClr val="5F6E7A"/>
                </a:solidFill>
                <a:latin typeface="Nimbus Sans"/>
                <a:ea typeface="Nimbus Sans"/>
                <a:cs typeface="Nimbus Sans"/>
              </a:defRPr>
            </a:lvl2pPr>
            <a:lvl3pPr algn="l">
              <a:defRPr sz="975" b="0">
                <a:solidFill>
                  <a:srgbClr val="5F6E7A"/>
                </a:solidFill>
                <a:latin typeface="Nimbus Sans"/>
                <a:ea typeface="Nimbus Sans"/>
                <a:cs typeface="Nimbus Sans"/>
              </a:defRPr>
            </a:lvl3pPr>
            <a:lvl4pPr algn="l">
              <a:defRPr sz="975" b="0">
                <a:solidFill>
                  <a:srgbClr val="5F6E7A"/>
                </a:solidFill>
                <a:latin typeface="Nimbus Sans"/>
                <a:ea typeface="Nimbus Sans"/>
                <a:cs typeface="Nimbus Sans"/>
              </a:defRPr>
            </a:lvl4pPr>
            <a:lvl5pPr algn="l">
              <a:defRPr sz="975" b="0">
                <a:solidFill>
                  <a:srgbClr val="5F6E7A"/>
                </a:solidFill>
                <a:latin typeface="Nimbus Sans"/>
                <a:ea typeface="Nimbus Sans"/>
                <a:cs typeface="Nimbus Sans"/>
              </a:defRPr>
            </a:lvl5pPr>
            <a:lvl6pPr algn="l">
              <a:defRPr sz="975" b="0">
                <a:solidFill>
                  <a:srgbClr val="5F6E7A"/>
                </a:solidFill>
                <a:latin typeface="Nimbus Sans"/>
                <a:ea typeface="Nimbus Sans"/>
                <a:cs typeface="Nimbus Sans"/>
              </a:defRPr>
            </a:lvl6pPr>
            <a:lvl7pPr algn="l">
              <a:defRPr sz="975" b="0">
                <a:solidFill>
                  <a:srgbClr val="5F6E7A"/>
                </a:solidFill>
                <a:latin typeface="Nimbus Sans"/>
                <a:ea typeface="Nimbus Sans"/>
                <a:cs typeface="Nimbus Sans"/>
              </a:defRPr>
            </a:lvl7pPr>
            <a:lvl8pPr algn="l">
              <a:defRPr sz="975" b="0">
                <a:solidFill>
                  <a:srgbClr val="5F6E7A"/>
                </a:solidFill>
                <a:latin typeface="Nimbus Sans"/>
                <a:ea typeface="Nimbus Sans"/>
                <a:cs typeface="Nimbus Sans"/>
              </a:defRPr>
            </a:lvl8pPr>
            <a:lvl9pPr algn="l">
              <a:defRPr sz="975" b="0">
                <a:solidFill>
                  <a:srgbClr val="5F6E7A"/>
                </a:solidFill>
                <a:latin typeface="Nimbus Sans"/>
                <a:ea typeface="Nimbus Sans"/>
                <a:cs typeface="Nimbus Sans"/>
              </a:defRPr>
            </a:lvl9pPr>
          </a:lstStyle>
          <a:p xmlns:a="http://schemas.openxmlformats.org/drawingml/2006/main">
            <a:pPr algn="l">
              <a:defRPr sz="975" b="0">
                <a:solidFill>
                  <a:srgbClr val="5F6E7A"/>
                </a:solidFill>
                <a:latin typeface="Nimbus Sans"/>
                <a:ea typeface="Nimbus Sans"/>
                <a:cs typeface="Nimbus Sans"/>
              </a:defRPr>
            </a:pPr>
            <a:r>
              <a:rPr sz="975" b="0">
                <a:solidFill>
                  <a:srgbClr val="5F6E7A"/>
                </a:solidFill>
                <a:latin typeface="Nimbus Sans"/>
                <a:ea typeface="Nimbus Sans"/>
                <a:cs typeface="Nimbus Sans"/>
              </a:rPr>
              <a:t>Abbott announced global Nutrition separation on 21 Oct 2026, targeting completion by end-2027.</a:t>
            </a:r>
          </a:p>
        </p:txBody>
      </p:sp>
      <p:sp>
        <p:nvSpPr>
          <p:cNvPr id="35" name="source">
            <a:extLst xmlns:a="http://schemas.openxmlformats.org/drawingml/2006/main">
              <a:ext uri="{FF2B5EF4-FFF2-40B4-BE49-F238E27FC236}">
                <a16:creationId xmlns:a16="http://schemas.microsoft.com/office/drawing/2014/main" id="{F23B45EA-88BD-47E4-9AA5-66833B75317A}"/>
              </a:ext>
            </a:extLst>
          </p:cNvPr>
          <p:cNvSpPr>
            <a:spLocks xmlns:a="http://schemas.openxmlformats.org/drawingml/2006/main" noGrp="1"/>
          </p:cNvSpPr>
          <p:nvPr/>
        </p:nvSpPr>
        <p:spPr>
          <a:xfrm xmlns:a="http://schemas.openxmlformats.org/drawingml/2006/main">
            <a:off x="533400" y="6667500"/>
            <a:ext cx="111061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10" b="0">
                <a:solidFill>
                  <a:srgbClr val="5F6E7A"/>
                </a:solidFill>
                <a:latin typeface="Nimbus Sans"/>
                <a:ea typeface="Nimbus Sans"/>
                <a:cs typeface="Nimbus Sans"/>
              </a:defRPr>
            </a:defPPr>
            <a:lvl1pPr algn="l">
              <a:defRPr sz="810" b="0">
                <a:solidFill>
                  <a:srgbClr val="5F6E7A"/>
                </a:solidFill>
                <a:latin typeface="Nimbus Sans"/>
                <a:ea typeface="Nimbus Sans"/>
                <a:cs typeface="Nimbus Sans"/>
              </a:defRPr>
            </a:lvl1pPr>
            <a:lvl2pPr algn="l">
              <a:defRPr sz="810" b="0">
                <a:solidFill>
                  <a:srgbClr val="5F6E7A"/>
                </a:solidFill>
                <a:latin typeface="Nimbus Sans"/>
                <a:ea typeface="Nimbus Sans"/>
                <a:cs typeface="Nimbus Sans"/>
              </a:defRPr>
            </a:lvl2pPr>
            <a:lvl3pPr algn="l">
              <a:defRPr sz="810" b="0">
                <a:solidFill>
                  <a:srgbClr val="5F6E7A"/>
                </a:solidFill>
                <a:latin typeface="Nimbus Sans"/>
                <a:ea typeface="Nimbus Sans"/>
                <a:cs typeface="Nimbus Sans"/>
              </a:defRPr>
            </a:lvl3pPr>
            <a:lvl4pPr algn="l">
              <a:defRPr sz="810" b="0">
                <a:solidFill>
                  <a:srgbClr val="5F6E7A"/>
                </a:solidFill>
                <a:latin typeface="Nimbus Sans"/>
                <a:ea typeface="Nimbus Sans"/>
                <a:cs typeface="Nimbus Sans"/>
              </a:defRPr>
            </a:lvl4pPr>
            <a:lvl5pPr algn="l">
              <a:defRPr sz="810" b="0">
                <a:solidFill>
                  <a:srgbClr val="5F6E7A"/>
                </a:solidFill>
                <a:latin typeface="Nimbus Sans"/>
                <a:ea typeface="Nimbus Sans"/>
                <a:cs typeface="Nimbus Sans"/>
              </a:defRPr>
            </a:lvl5pPr>
            <a:lvl6pPr algn="l">
              <a:defRPr sz="810" b="0">
                <a:solidFill>
                  <a:srgbClr val="5F6E7A"/>
                </a:solidFill>
                <a:latin typeface="Nimbus Sans"/>
                <a:ea typeface="Nimbus Sans"/>
                <a:cs typeface="Nimbus Sans"/>
              </a:defRPr>
            </a:lvl6pPr>
            <a:lvl7pPr algn="l">
              <a:defRPr sz="810" b="0">
                <a:solidFill>
                  <a:srgbClr val="5F6E7A"/>
                </a:solidFill>
                <a:latin typeface="Nimbus Sans"/>
                <a:ea typeface="Nimbus Sans"/>
                <a:cs typeface="Nimbus Sans"/>
              </a:defRPr>
            </a:lvl7pPr>
            <a:lvl8pPr algn="l">
              <a:defRPr sz="810" b="0">
                <a:solidFill>
                  <a:srgbClr val="5F6E7A"/>
                </a:solidFill>
                <a:latin typeface="Nimbus Sans"/>
                <a:ea typeface="Nimbus Sans"/>
                <a:cs typeface="Nimbus Sans"/>
              </a:defRPr>
            </a:lvl8pPr>
            <a:lvl9pPr algn="l">
              <a:defRPr sz="810" b="0">
                <a:solidFill>
                  <a:srgbClr val="5F6E7A"/>
                </a:solidFill>
                <a:latin typeface="Nimbus Sans"/>
                <a:ea typeface="Nimbus Sans"/>
                <a:cs typeface="Nimbus Sans"/>
              </a:defRPr>
            </a:lvl9pPr>
          </a:lstStyle>
          <a:p xmlns:a="http://schemas.openxmlformats.org/drawingml/2006/main">
            <a:pPr algn="l">
              <a:defRPr sz="810" b="0">
                <a:solidFill>
                  <a:srgbClr val="5F6E7A"/>
                </a:solidFill>
                <a:latin typeface="Nimbus Sans"/>
                <a:ea typeface="Nimbus Sans"/>
                <a:cs typeface="Nimbus Sans"/>
              </a:defRPr>
            </a:pPr>
            <a:r>
              <a:rPr sz="810" b="0">
                <a:solidFill>
                  <a:srgbClr val="5F6E7A"/>
                </a:solidFill>
                <a:latin typeface="Nimbus Sans"/>
                <a:ea typeface="Nimbus Sans"/>
                <a:cs typeface="Nimbus Sans"/>
              </a:rPr>
              <a:t>Source: Abbott India price list, supplied portfolio and product packs. 5% is the supplied estimate. India brand transfers remain unannounced.</a:t>
            </a:r>
          </a:p>
        </p:txBody>
      </p:sp>
    </p:spTree>
    <p:extLst>
      <p:ext uri="{BB962C8B-B14F-4D97-AF65-F5344CB8AC3E}">
        <p14:creationId xmlns:p14="http://schemas.microsoft.com/office/powerpoint/2010/main" val="8762075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imbus Sans"/>
        <a:ea typeface=""/>
        <a:cs typeface=""/>
      </a:majorFont>
      <a:minorFont>
        <a:latin typeface="Nimbus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2026-10-26T09:19:21.5490000Z</dcterms:created>
  <dcterms:modified xsi:type="dcterms:W3CDTF">2026-10-26T09:19:21.5490000Z</dcterms:modified>
</coreProperties>
</file>