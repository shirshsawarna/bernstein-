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182bf4e513d4856" /><Relationship Type="http://schemas.openxmlformats.org/officeDocument/2006/relationships/extended-properties" Target="/docProps/app.xml" Id="Rd96f935935c349b1" /><Relationship Type="http://schemas.openxmlformats.org/officeDocument/2006/relationships/officeDocument" Target="/ppt/presentation.xml" Id="R5647fe484e604eec" /></Relationships>
</file>

<file path=ppt/presentation.xml><?xml version="1.0" encoding="utf-8"?>
<p:presentation xmlns:p="http://schemas.openxmlformats.org/presentationml/2006/main">
  <p:sldMasterIdLst>
    <p:sldMasterId xmlns:r="http://schemas.openxmlformats.org/officeDocument/2006/relationships" id="2147483648" r:id="Rba9f48f8ba1e460c"/>
  </p:sldMasterIdLst>
  <p:notesMasterIdLst>
    <p:notesMasterId xmlns:r="http://schemas.openxmlformats.org/officeDocument/2006/relationships" r:id="R05f5b08054cc4a53"/>
  </p:notesMasterIdLst>
  <p:sldIdLst>
    <p:sldId xmlns:r="http://schemas.openxmlformats.org/officeDocument/2006/relationships" id="256" r:id="R57d71253cffb4a4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b4c3136e944668" /><Relationship Type="http://schemas.openxmlformats.org/officeDocument/2006/relationships/slideMaster" Target="/ppt/slideMasters/slideMaster1.xml" Id="Rba9f48f8ba1e460c" /><Relationship Type="http://schemas.openxmlformats.org/officeDocument/2006/relationships/notesMaster" Target="/ppt/notesMasters/notesMaster1.xml" Id="R05f5b08054cc4a53" /><Relationship Type="http://schemas.openxmlformats.org/officeDocument/2006/relationships/presProps" Target="/ppt/presProps.xml" Id="Ra8daa11087484487" /><Relationship Type="http://schemas.openxmlformats.org/officeDocument/2006/relationships/tableStyles" Target="/ppt/tableStyles.xml" Id="R5ecd761f3a8c4f20" /><Relationship Type="http://schemas.openxmlformats.org/officeDocument/2006/relationships/slide" Target="/ppt/slides/slide1.xml" Id="R57d71253cffb4a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59c4cb0f834f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d43d00857042a5" /><Relationship Type="http://schemas.openxmlformats.org/officeDocument/2006/relationships/notesMaster" Target="/ppt/notesMasters/notesMaster1.xml" Id="R8f104d5e8a9f4b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Regulatory sources and interpretation</a:t>
            </a:r>
          </a:p>
          <a:p xmlns:a="http://schemas.openxmlformats.org/drawingml/2006/main">
            <a:r>
              <a:t>CDSCO official IT Cell: https://cdsco.gov.in/opencms/opencms/en/IT-cell/ . SUGAM launched 14 November 2015 and rolled out services in phases. This is an increasingly digital system, not evidence that all paper requirements disappeared in 2015 or that every clinical-trial requirement now sits in one portal. SUGAM is operated by CDSCO under the Ministry of Health &amp; Family Welfare, rather than the Department of Pharmaceuticals.</a:t>
            </a:r>
          </a:p>
          <a:p xmlns:a="http://schemas.openxmlformats.org/drawingml/2006/main">
            <a:r>
              <a:t>CDSCO portal: https://www.cdscoonline.gov.in/CDSCO/homepage . Online submission, review and grant of NOC/permission, with workflow and status notifications.</a:t>
            </a:r>
          </a:p>
          <a:p xmlns:a="http://schemas.openxmlformats.org/drawingml/2006/main">
            <a:r>
              <a:t>CDSCO public notices: https://cdsco.gov.in/opencms/opencms/en/Notifications/Public-Notices/ . Online clinical-trial NOC notice 18 August 2016, SUGAM online notice 5 October 2016, site/PI-change notices 30 December 2024 and 24 February 2025. Latest site/PI notice PDF: https://cdsco.gov.in/opencms/resources/UploadCDSCOWeb/2018/UploadPublic_NoticesFiles/submission%20of%20clinical%20trial%20site%20addition%20and%20change%20of%20principal%20Investigator%20applications.pdf .</a:t>
            </a:r>
          </a:p>
          <a:p xmlns:a="http://schemas.openxmlformats.org/drawingml/2006/main">
            <a:r>
              <a:t>CTRI: https://ctri.nic.in/ . Online since 20 July 2007. CTRI registration and ethics approval remain distinct from CDSCO regulatory permission. The infographic is a schematic of regulatory filing touchpoints rather than a full legal sequence or a single clinical study workflow. The digital permission icon depicts an electronic workflow, not a guarantee of automatic permission. RLD means reference listed drug in US terminology and is not a universal India clinical filing stage.</a:t>
            </a:r>
          </a:p>
          <a:p xmlns:a="http://schemas.openxmlformats.org/drawingml/2006/main">
            <a:r>
              <a:t/>
            </a:r>
          </a:p>
          <a:p xmlns:a="http://schemas.openxmlformats.org/drawingml/2006/main">
            <a:r>
              <a:t>Trial metric</a:t>
            </a:r>
          </a:p>
          <a:p xmlns:a="http://schemas.openxmlformats.org/drawingml/2006/main">
            <a:r>
              <a:t>Calculated directly from ClinicalTrials.gov API v2 on 21 October 2026. Unit: unique NCT study records first posted during each calendar year, industry lead sponsor, interventional design, at least one DRUG or BIOLOGICAL intervention and at least one currently listed India location. All phases and all current statuses. No sponsor nationality restriction. Country and sponsor are the current record attributes, not historical snapshots. A location can be added after the first posting, so these are not annual India site activation or India recruitment-start counts. This is a ClinicalTrials.gov series, not the total number registered in CTRI and not the number of CDSCO approvals. Coverage and registry behaviour may change over time.</a:t>
            </a:r>
          </a:p>
          <a:p xmlns:a="http://schemas.openxmlformats.org/drawingml/2006/main">
            <a:r>
              <a:t>Comparison: 122/50=2.44 times, displayed as 2.4x. 2025 YoY=(122/110)-1=10.9091%. 2015–25 CAGR=(122/50)^(1/10)-1=9.3299%, not displayed. 2022 peak=146. Digitisation, regulatory reform, sponsor activity and registry coverage co-evolved. No causal effect or faster review time is estimated.</a:t>
            </a:r>
          </a:p>
          <a:p xmlns:a="http://schemas.openxmlformats.org/drawingml/2006/main">
            <a:r>
              <a:t/>
            </a:r>
          </a:p>
          <a:p xmlns:a="http://schemas.openxmlformats.org/drawingml/2006/main">
            <a:r>
              <a:t>Icons: Lucide, ISC licence, downloaded from https://github.com/lucide-icons/lucide/tree/main/icons . files, file-up, messages-square, badge-check, git-pull-request. Colours adjusted. Repeated file icons reflect the requested paper-to-portal comparison.</a:t>
            </a:r>
          </a:p>
          <a:p xmlns:a="http://schemas.openxmlformats.org/drawingml/2006/main">
            <a:r>
              <a:t/>
            </a:r>
          </a:p>
          <a:p xmlns:a="http://schemas.openxmlformats.org/drawingml/2006/main">
            <a:r>
              <a:t>Annual audit trail</a:t>
            </a:r>
          </a:p>
          <a:p xmlns:a="http://schemas.openxmlformats.org/drawingml/2006/main">
            <a:r>
              <a:t>2015: 50</a:t>
            </a:r>
          </a:p>
          <a:p xmlns:a="http://schemas.openxmlformats.org/drawingml/2006/main">
            <a:r>
              <a:t>Advanced query: AREA[StudyFirstPostDate]RANGE[2015-01-01,2015-12-31] AND AREA[LeadSponsorClass]INDUSTRY AND AREA[StudyType]INTERVENTIONAL AND (AREA[InterventionType]DRUG OR AREA[InterventionType]BIOLOGICAL) AND AREA[LocationCountry]India</a:t>
            </a:r>
          </a:p>
          <a:p xmlns:a="http://schemas.openxmlformats.org/drawingml/2006/main">
            <a:r>
              <a:t>API URL: https://clinicaltrials.gov/api/v2/studies?filter.advanced=AREA%5BStudyFirstPostDate%5DRANGE%5B2015-01-01%2C2015-12-31%5D+AND+AREA%5BLeadSponsorClass%5DINDUSTRY+AND+AREA%5BStudyType%5DINTERVENTIONAL+AND+%28AREA%5BInterventionType%5DDRUG+OR+AREA%5BInterventionType%5DBIOLOGICAL%29+AND+AREA%5BLocationCountry%5DIndia&amp;format=json&amp;pageSize=100&amp;countTotal=true</a:t>
            </a:r>
          </a:p>
          <a:p xmlns:a="http://schemas.openxmlformats.org/drawingml/2006/main">
            <a:r>
              <a:t>NCT IDs: NCT02341560, NCT02357771, NCT02364999, NCT02365597, NCT02375971, NCT02386800, NCT02390687, NCT02404350, NCT02408484, NCT02408731, NCT02409095, NCT02415400, NCT02417506, NCT02419742, NCT02424565, NCT02432053, NCT02435212, NCT02437318, NCT02445586, NCT02451358, NCT02453685, NCT02465203, NCT02472964, NCT02491437, NCT02500381, NCT02500706, NCT02501161, NCT02502812, NCT02516592, NCT02542293, NCT02545413, NCT02551159, NCT02554786, NCT02562443, NCT02563067, NCT02571777, NCT02576431, NCT02582242, NCT02584816, NCT02587806, NCT02595398, NCT02597933, NCT02603432, NCT02607865, NCT02616562, NCT02624167, NCT02625389, NCT02629692, NCT02635438, NCT02640664</a:t>
            </a:r>
          </a:p>
          <a:p xmlns:a="http://schemas.openxmlformats.org/drawingml/2006/main">
            <a:r>
              <a:t/>
            </a:r>
          </a:p>
          <a:p xmlns:a="http://schemas.openxmlformats.org/drawingml/2006/main">
            <a:r>
              <a:t>2016: 67</a:t>
            </a:r>
          </a:p>
          <a:p xmlns:a="http://schemas.openxmlformats.org/drawingml/2006/main">
            <a:r>
              <a:t>Advanced query: AREA[StudyFirstPostDate]RANGE[2016-01-01,2016-12-31] AND AREA[LeadSponsorClass]INDUSTRY AND AREA[StudyType]INTERVENTIONAL AND (AREA[InterventionType]DRUG OR AREA[InterventionType]BIOLOGICAL) AND AREA[LocationCountry]India</a:t>
            </a:r>
          </a:p>
          <a:p xmlns:a="http://schemas.openxmlformats.org/drawingml/2006/main">
            <a:r>
              <a:t>API URL: https://clinicaltrials.gov/api/v2/studies?filter.advanced=AREA%5BStudyFirstPostDate%5DRANGE%5B2016-01-01%2C2016-12-31%5D+AND+AREA%5BLeadSponsorClass%5DINDUSTRY+AND+AREA%5BStudyType%5DINTERVENTIONAL+AND+%28AREA%5BInterventionType%5DDRUG+OR+AREA%5BInterventionType%5DBIOLOGICAL%29+AND+AREA%5BLocationCountry%5DIndia&amp;format=json&amp;pageSize=100&amp;countTotal=true</a:t>
            </a:r>
          </a:p>
          <a:p xmlns:a="http://schemas.openxmlformats.org/drawingml/2006/main">
            <a:r>
              <a:t>NCT IDs: NCT02648204, NCT02648217, NCT02658422, NCT02658734, NCT02664103, NCT02670915, NCT02678312, NCT02679755, NCT02682511, NCT02692716, NCT02715726, NCT02726009, NCT02730377, NCT02742857, NCT02743806, NCT02745080, NCT02746991, NCT02747043, NCT02753699, NCT02762838, NCT02763566, NCT02767310, NCT02770807, NCT02773368, NCT02790034, NCT02792218, NCT02792231, NCT02795988, NCT02798471, NCT02802345, NCT02819726, NCT02829775, NCT02834793, NCT02855164, NCT02866539, NCT02876835, NCT02879305, NCT02886728, NCT02889796, NCT02892344, NCT02899130, NCT02906917, NCT02913326, NCT02914522, NCT02914535, NCT02914561, NCT02914600, NCT02918487, NCT02920125, NCT02924727, NCT02928406, NCT02932150, NCT02940561, NCT02940626, NCT02941367, NCT02941926, NCT02953340, NCT02963766, NCT02964247, NCT02968004, NCT02980874, NCT02985255, NCT02989402, NCT02993406, NCT02998541, NCT02998645, NCT03000439</a:t>
            </a:r>
          </a:p>
          <a:p xmlns:a="http://schemas.openxmlformats.org/drawingml/2006/main">
            <a:r>
              <a:t/>
            </a:r>
          </a:p>
          <a:p xmlns:a="http://schemas.openxmlformats.org/drawingml/2006/main">
            <a:r>
              <a:t>2017: 77</a:t>
            </a:r>
          </a:p>
          <a:p xmlns:a="http://schemas.openxmlformats.org/drawingml/2006/main">
            <a:r>
              <a:t>Advanced query: AREA[StudyFirstPostDate]RANGE[2017-01-01,2017-12-31] AND AREA[LeadSponsorClass]INDUSTRY AND AREA[StudyType]INTERVENTIONAL AND (AREA[InterventionType]DRUG OR AREA[InterventionType]BIOLOGICAL) AND AREA[LocationCountry]India</a:t>
            </a:r>
          </a:p>
          <a:p xmlns:a="http://schemas.openxmlformats.org/drawingml/2006/main">
            <a:r>
              <a:t>API URL: https://clinicaltrials.gov/api/v2/studies?filter.advanced=AREA%5BStudyFirstPostDate%5DRANGE%5B2017-01-01%2C2017-12-31%5D+AND+AREA%5BLeadSponsorClass%5DINDUSTRY+AND+AREA%5BStudyType%5DINTERVENTIONAL+AND+%28AREA%5BInterventionType%5DDRUG+OR+AREA%5BInterventionType%5DBIOLOGICAL%29+AND+AREA%5BLocationCountry%5DIndia&amp;format=json&amp;pageSize=100&amp;countTotal=true</a:t>
            </a:r>
          </a:p>
          <a:p xmlns:a="http://schemas.openxmlformats.org/drawingml/2006/main">
            <a:r>
              <a:t>NCT IDs: NCT03021187, NCT03022097, NCT03023020, NCT03025308, NCT03026855, NCT03029208, NCT03036124, NCT03036150, NCT03052517, NCT03052608, NCT03053050, NCT03053063, NCT03056742, NCT03056755, NCT03057951, NCT03057977, NCT03066089, NCT03066804, NCT03071692, NCT03074331, NCT03089229, NCT03095287, NCT03098030, NCT03109249, NCT03110562, NCT03112603, NCT03125902, NCT03136484, NCT03143803, NCT03150589, NCT03151551, NCT03152903, NCT03155997, NCT03158311, NCT03164928, NCT03165734, NCT03167242, NCT03170518, NCT03172780, NCT03176238, NCT03179631, NCT03184909, NCT03190330, NCT03191786, NCT03191799, NCT03199053, NCT03201445, NCT03203447, NCT03214367, NCT03214380, NCT03214874, NCT03215875, NCT03226392, NCT03254446, NCT03263091, NCT03285308, NCT03296163, NCT03298451, NCT03299244, NCT03313180, NCT03315143, NCT03329092, NCT03333109, NCT03334396, NCT03334435, NCT03335774, NCT03337724, NCT03345342, NCT03354429, NCT03363373, NCT03363841, NCT03365310, NCT03365336, NCT03373461, NCT03376321, NCT03381196, NCT03383146</a:t>
            </a:r>
          </a:p>
          <a:p xmlns:a="http://schemas.openxmlformats.org/drawingml/2006/main">
            <a:r>
              <a:t/>
            </a:r>
          </a:p>
          <a:p xmlns:a="http://schemas.openxmlformats.org/drawingml/2006/main">
            <a:r>
              <a:t>2018: 99</a:t>
            </a:r>
          </a:p>
          <a:p xmlns:a="http://schemas.openxmlformats.org/drawingml/2006/main">
            <a:r>
              <a:t>Advanced query: AREA[StudyFirstPostDate]RANGE[2018-01-01,2018-12-31] AND AREA[LeadSponsorClass]INDUSTRY AND AREA[StudyType]INTERVENTIONAL AND (AREA[InterventionType]DRUG OR AREA[InterventionType]BIOLOGICAL) AND AREA[LocationCountry]India</a:t>
            </a:r>
          </a:p>
          <a:p xmlns:a="http://schemas.openxmlformats.org/drawingml/2006/main">
            <a:r>
              <a:t>API URL: https://clinicaltrials.gov/api/v2/studies?filter.advanced=AREA%5BStudyFirstPostDate%5DRANGE%5B2018-01-01%2C2018-12-31%5D+AND+AREA%5BLeadSponsorClass%5DINDUSTRY+AND+AREA%5BStudyType%5DINTERVENTIONAL+AND+%28AREA%5BInterventionType%5DDRUG+OR+AREA%5BInterventionType%5DBIOLOGICAL%29+AND+AREA%5BLocationCountry%5DIndia&amp;format=json&amp;pageSize=100&amp;countTotal=true</a:t>
            </a:r>
          </a:p>
          <a:p xmlns:a="http://schemas.openxmlformats.org/drawingml/2006/main">
            <a:r>
              <a:t>NCT IDs: NCT03390686, NCT03395639, NCT03403374, NCT03405064, NCT03417102, NCT03417245, NCT03420781, NCT03430856, NCT03432286, NCT03433313, NCT03437278, NCT03440372, NCT03444766, NCT03447769, NCT03449342, NCT03452137, NCT03459911, NCT03464097, NCT03466411, NCT03467958, NCT03472053, NCT03474055, NCT03474965, NCT03477422, NCT03481660, NCT03496298, NCT03503708, NCT03509545, NCT03511378, NCT03517540, NCT03518086, NCT03519945, NCT03519971, NCT03521154, NCT03524092, NCT03528681, NCT03529123, NCT03548337, NCT03548935, NCT03552757, NCT03556358, NCT03563742, NCT03564938, NCT03565237, NCT03573960, NCT03574597, NCT03580044, NCT03580356, NCT03580369, NCT03583944, NCT03606408, NCT03608033, NCT03610646, NCT03615924, NCT03616821, NCT03616964, NCT03631199, NCT03633708, NCT03636659, NCT03641560, NCT03650114, NCT03655236, NCT03670810, NCT03671044, NCT03677596, NCT03681548, NCT03682068, NCT03689374, NCT03696329, NCT03702855, NCT03703297, NCT03706300, NCT03706690, NCT03709680, NCT03711929, NCT03713619, NCT03713632, NCT03715205, NCT03733925, NCT03746587, NCT03749317, NCT03754790, NCT03759288, NCT03760991, NCT03761225, NCT03766295, NCT03768960, NCT03769506, NCT03773965, NCT03773978, NCT03774082, NCT03775486, NCT03777865, NCT03778229, NCT03778957, NCT03782532, NCT03785405, NCT03786380, NCT03787563</a:t>
            </a:r>
          </a:p>
          <a:p xmlns:a="http://schemas.openxmlformats.org/drawingml/2006/main">
            <a:r>
              <a:t/>
            </a:r>
          </a:p>
          <a:p xmlns:a="http://schemas.openxmlformats.org/drawingml/2006/main">
            <a:r>
              <a:t>2019: 94</a:t>
            </a:r>
          </a:p>
          <a:p xmlns:a="http://schemas.openxmlformats.org/drawingml/2006/main">
            <a:r>
              <a:t>Advanced query: AREA[StudyFirstPostDate]RANGE[2019-01-01,2019-12-31] AND AREA[LeadSponsorClass]INDUSTRY AND AREA[StudyType]INTERVENTIONAL AND (AREA[InterventionType]DRUG OR AREA[InterventionType]BIOLOGICAL) AND AREA[LocationCountry]India</a:t>
            </a:r>
          </a:p>
          <a:p xmlns:a="http://schemas.openxmlformats.org/drawingml/2006/main">
            <a:r>
              <a:t>API URL: https://clinicaltrials.gov/api/v2/studies?filter.advanced=AREA%5BStudyFirstPostDate%5DRANGE%5B2019-01-01%2C2019-12-31%5D+AND+AREA%5BLeadSponsorClass%5DINDUSTRY+AND+AREA%5BStudyType%5DINTERVENTIONAL+AND+%28AREA%5BInterventionType%5DDRUG+OR+AREA%5BInterventionType%5DBIOLOGICAL%29+AND+AREA%5BLocationCountry%5DIndia&amp;format=json&amp;pageSize=100&amp;countTotal=true</a:t>
            </a:r>
          </a:p>
          <a:p xmlns:a="http://schemas.openxmlformats.org/drawingml/2006/main">
            <a:r>
              <a:t>NCT IDs: NCT03800134, NCT03805100, NCT03811535, NCT03811561, NCT03813407, NCT03814746, NCT03819153, NCT03822468, NCT03829774, NCT03830866, NCT03839823, NCT03843125, NCT03847428, NCT03853551, NCT03856619, NCT03867201, NCT03875235, NCT03878446, NCT03893565, NCT03894046, NCT03909529, NCT03914326, NCT03923010, NCT03926130, NCT03934684, NCT03936218, NCT03936933, NCT03938792, NCT03945019, NCT03945188, NCT03950232, NCT03952559, NCT03954834, NCT03963232, NCT03969212, NCT03974113, NCT03975205, NCT03980483, NCT03992430, NCT03996369, NCT03997123, NCT03997786, NCT03998436, NCT04012957, NCT04020341, NCT04023552, NCT04034485, NCT04035486, NCT04045327, NCT04045769, NCT04046250, NCT04046484, NCT04047563, NCT04051710, NCT04052737, NCT04053634, NCT04054414, NCT04056065, NCT04057040, NCT04058158, NCT04065841, NCT04078152, NCT04080713, NCT04082429, NCT04083781, NCT04088318, NCT04088396, NCT04090411, NCT04093752, NCT04109391, NCT04113772, NCT04126031, NCT04128579, NCT04129164, NCT04133909, NCT04139317, NCT04143061, NCT04143724, NCT04153981, NCT04154787, NCT04156620, NCT04172675, NCT04173273, NCT04177108, NCT04179175, NCT04181762, NCT04182204, NCT04184622, NCT04187144, NCT04191304, NCT04207801, NCT04209205, NCT04210843, NCT04211337</a:t>
            </a:r>
          </a:p>
          <a:p xmlns:a="http://schemas.openxmlformats.org/drawingml/2006/main">
            <a:r>
              <a:t/>
            </a:r>
          </a:p>
          <a:p xmlns:a="http://schemas.openxmlformats.org/drawingml/2006/main">
            <a:r>
              <a:t>2020: 116</a:t>
            </a:r>
          </a:p>
          <a:p xmlns:a="http://schemas.openxmlformats.org/drawingml/2006/main">
            <a:r>
              <a:t>Advanced query: AREA[StudyFirstPostDate]RANGE[2020-01-01,2020-12-31] AND AREA[LeadSponsorClass]INDUSTRY AND AREA[StudyType]INTERVENTIONAL AND (AREA[InterventionType]DRUG OR AREA[InterventionType]BIOLOGICAL) AND AREA[LocationCountry]India</a:t>
            </a:r>
          </a:p>
          <a:p xmlns:a="http://schemas.openxmlformats.org/drawingml/2006/main">
            <a:r>
              <a:t>API URL: https://clinicaltrials.gov/api/v2/studies?filter.advanced=AREA%5BStudyFirstPostDate%5DRANGE%5B2020-01-01%2C2020-12-31%5D+AND+AREA%5BLeadSponsorClass%5DINDUSTRY+AND+AREA%5BStudyType%5DINTERVENTIONAL+AND+%28AREA%5BInterventionType%5DDRUG+OR+AREA%5BInterventionType%5DBIOLOGICAL%29+AND+AREA%5BLocationCountry%5DIndia&amp;format=json&amp;pageSize=100&amp;countTotal=true</a:t>
            </a:r>
          </a:p>
          <a:p xmlns:a="http://schemas.openxmlformats.org/drawingml/2006/main">
            <a:r>
              <a:t>NCT IDs: NCT04215120, NCT04229979, NCT04232553, NCT04251533, NCT04255433, NCT04266301, NCT04269200, NCT04273945, NCT04276233, NCT04278417, NCT04286412, NCT04287985, NCT04288778, NCT04288895, NCT04297254, NCT04314531, NCT04314544, NCT04318535, NCT04321031, NCT04330040, NCT04332549, NCT04333147, NCT04338022, NCT04338061, NCT04346199, NCT04347174, NCT04351555, NCT04353518, NCT04358731, NCT04358809, NCT04362072, NCT04376684, NCT04382040, NCT04382053, NCT04385368, NCT04396236, NCT04396574, NCT04396639, NCT04410991, NCT04411641, NCT04416633, NCT04421027, NCT04427072, NCT04433585, NCT04435626, NCT04445714, NCT04449588, NCT04452435, NCT04458051, NCT04460885, NCT04461119, NCT04462770, NCT04469127, NCT04471519, NCT04475588, NCT04478656, NCT04480463, NCT04482309, NCT04487080, NCT04487860, NCT04489537, NCT04493853, NCT04494425, NCT04498117, NCT04502277, NCT04509674, NCT04511533, NCT04513340, NCT04513522, NCT04524273, NCT04529772, NCT04533022, NCT04538664, NCT04538742, NCT04540497, NCT04541706, NCT04542447, NCT04548791, NCT04552600, NCT04557462, NCT04560998, NCT04565990, NCT04573478, NCT04576156, NCT04578834, NCT04586023, NCT04591535, NCT04595370, NCT04596631, NCT04598451, NCT04598477, NCT04600752, NCT04603131, NCT04603807, NCT04605159, NCT04606771, NCT04607421, NCT04609878, NCT04613596, NCT04616326, NCT04624659, NCT04633564, NCT04638647, NCT04640194, NCT04640233, NCT04641481, NCT04642469, NCT04657003, NCT04658862, NCT04662931, NCT04667533, NCT04674800, NCT04677179, NCT04681066, NCT04684524, NCT04690556</a:t>
            </a:r>
          </a:p>
          <a:p xmlns:a="http://schemas.openxmlformats.org/drawingml/2006/main">
            <a:r>
              <a:t/>
            </a:r>
          </a:p>
          <a:p xmlns:a="http://schemas.openxmlformats.org/drawingml/2006/main">
            <a:r>
              <a:t>2021: 132</a:t>
            </a:r>
          </a:p>
          <a:p xmlns:a="http://schemas.openxmlformats.org/drawingml/2006/main">
            <a:r>
              <a:t>Advanced query: AREA[StudyFirstPostDate]RANGE[2021-01-01,2021-12-31] AND AREA[LeadSponsorClass]INDUSTRY AND AREA[StudyType]INTERVENTIONAL AND (AREA[InterventionType]DRUG OR AREA[InterventionType]BIOLOGICAL) AND AREA[LocationCountry]India</a:t>
            </a:r>
          </a:p>
          <a:p xmlns:a="http://schemas.openxmlformats.org/drawingml/2006/main">
            <a:r>
              <a:t>API URL: https://clinicaltrials.gov/api/v2/studies?filter.advanced=AREA%5BStudyFirstPostDate%5DRANGE%5B2021-01-01%2C2021-12-31%5D+AND+AREA%5BLeadSponsorClass%5DINDUSTRY+AND+AREA%5BStudyType%5DINTERVENTIONAL+AND+%28AREA%5BInterventionType%5DDRUG+OR+AREA%5BInterventionType%5DBIOLOGICAL%29+AND+AREA%5BLocationCountry%5DIndia&amp;format=json&amp;pageSize=100&amp;countTotal=true</a:t>
            </a:r>
          </a:p>
          <a:p xmlns:a="http://schemas.openxmlformats.org/drawingml/2006/main">
            <a:r>
              <a:t>NCT IDs: NCT04701983, NCT04707196, NCT04707469, NCT04711252, NCT04731324, NCT04732949, NCT04736199, NCT04738487, NCT04751487, NCT04751682, NCT04757610, NCT04757636, NCT04773353, NCT04775082, NCT04776044, NCT04781816, NCT04784715, NCT04785170, NCT04798430, NCT04801199, NCT04804540, NCT04806893, NCT04817618, NCT04819100, NCT04821310, NCT04821622, NCT04822181, NCT04828161, NCT04834908, NCT04847232, NCT04847557, NCT04848480, NCT04858425, NCT04861259, NCT04862663, NCT04864392, NCT04873362, NCT04880642, NCT04880850, NCT04884360, NCT04889430, NCT04889599, NCT04890509, NCT04892173, NCT04895696, NCT04899336, NCT04904549, NCT04906395, NCT04910815, NCT04912596, NCT04914195, NCT04916470, NCT04918797, NCT04919226, NCT04919239, NCT04919473, NCT04923347, NCT04925934, NCT04926818, NCT04930536, NCT04940052, NCT04942054, NCT04953052, NCT04954859, NCT04954989, NCT04955327, NCT04958265, NCT04960202, NCT04961996, NCT04971226, NCT04972188, NCT04975308, NCT04975997, NCT04979806, NCT04980027, NCT04980391, NCT04985682, NCT04985942, NCT04988295, NCT04991116, NCT04996264, NCT05004753, NCT05006573, NCT05007080, NCT05007236, NCT05013229, NCT05016882, NCT05021835, NCT05022004, NCT05030311, NCT05030428, NCT05032157, NCT05043090, NCT05047263, NCT05048797, NCT05053139, NCT05056727, NCT05058391, NCT05059327, NCT05060029, NCT05061719, NCT05063682, NCT05066217, NCT05066997, NCT05067868, NCT05070858, NCT05083325, NCT05097287, NCT05104866, NCT05110196, NCT05113251, NCT05123703, NCT05126277, NCT05128175, NCT05128344, NCT05129137, NCT05132075, NCT05133531, NCT05134441, NCT05135559, NCT05138133, NCT05144997, NCT05145127, NCT05145413, NCT05147220, NCT05152147, NCT05156125, NCT05156281, NCT05158192, NCT05161195, NCT05166876, NCT05166889</a:t>
            </a:r>
          </a:p>
          <a:p xmlns:a="http://schemas.openxmlformats.org/drawingml/2006/main">
            <a:r>
              <a:t/>
            </a:r>
          </a:p>
          <a:p xmlns:a="http://schemas.openxmlformats.org/drawingml/2006/main">
            <a:r>
              <a:t>2022: 146</a:t>
            </a:r>
          </a:p>
          <a:p xmlns:a="http://schemas.openxmlformats.org/drawingml/2006/main">
            <a:r>
              <a:t>Advanced query: AREA[StudyFirstPostDate]RANGE[2022-01-01,2022-12-31] AND AREA[LeadSponsorClass]INDUSTRY AND AREA[StudyType]INTERVENTIONAL AND (AREA[InterventionType]DRUG OR AREA[InterventionType]BIOLOGICAL) AND AREA[LocationCountry]India</a:t>
            </a:r>
          </a:p>
          <a:p xmlns:a="http://schemas.openxmlformats.org/drawingml/2006/main">
            <a:r>
              <a:t>API URL: https://clinicaltrials.gov/api/v2/studies?filter.advanced=AREA%5BStudyFirstPostDate%5DRANGE%5B2022-01-01%2C2022-12-31%5D+AND+AREA%5BLeadSponsorClass%5DINDUSTRY+AND+AREA%5BStudyType%5DINTERVENTIONAL+AND+%28AREA%5BInterventionType%5DDRUG+OR+AREA%5BInterventionType%5DBIOLOGICAL%29+AND+AREA%5BLocationCountry%5DIndia&amp;format=json&amp;pageSize=100&amp;countTotal=true</a:t>
            </a:r>
          </a:p>
          <a:p xmlns:a="http://schemas.openxmlformats.org/drawingml/2006/main">
            <a:r>
              <a:t>NCT IDs: NCT05174598, NCT05182840, NCT05192382, NCT05196035, NCT05201638, NCT05206201, NCT05211895, NCT05212259, NCT05219253, NCT05224102, NCT05234346, NCT05238116, NCT05242471, NCT05242484, NCT05248646, NCT05248659, NCT05249972, NCT05250141, NCT05254002, NCT05258747, NCT05260021, NCT05265676, NCT05266924, NCT05268289, NCT05269966, NCT05282940, NCT05283226, NCT05283837, NCT05296798, NCT05297448, NCT05301842, NCT05303532, NCT05305547, NCT05306418, NCT05317416, NCT05321082, NCT05321420, NCT05329259, NCT05330325, NCT05332106, NCT05348577, NCT05348876, NCT05349214, NCT05349396, NCT05352815, NCT05360446, NCT05360550, NCT05360576, NCT05363202, NCT05374512, NCT05375929, NCT05376176, NCT05384938, NCT05386550, NCT05394519, NCT05398263, NCT05405114, NCT05406752, NCT05413161, NCT05415215, NCT05416762, NCT05416957, NCT05417087, NCT05419427, NCT05427812, NCT05430854, NCT05431088, NCT05439408, NCT05442983, NCT05445843, NCT05450692, NCT05456191, NCT05456425, NCT05457283, NCT05462756, NCT05466240, NCT05492578, NCT05501886, NCT05507203, NCT05507216, NCT05507229, NCT05511038, NCT05511363, NCT05512819, NCT05513001, NCT05514054, NCT05514340, NCT05515367, NCT05519085, NCT05519514, NCT05522335, NCT05524051, NCT05528510, NCT05535946, NCT05552326, NCT05552625, NCT05552976, NCT05556512, NCT05559580, NCT05564052, NCT05564611, NCT05567471, NCT05567601, NCT05567796, NCT05570422, NCT05572515, NCT05582395, NCT05583344, NCT05588843, NCT05595642, NCT05599191, NCT05599919, NCT05600777, NCT05605119, NCT05605535, NCT05607199, NCT05611671, NCT05611801, NCT05617677, NCT05619770, NCT05620407, NCT05624450, NCT05624749, NCT05629962, NCT05630807, NCT05630820, NCT05631795, NCT05636176, NCT05639192, NCT05639647, NCT05639998, NCT05642325, NCT05643573, NCT05645536, NCT05648357, NCT05648500, NCT05648968, NCT05653219, NCT05653349, NCT05654623, NCT05656521, NCT05658016, NCT05658458, NCT05659537, NCT05662319, NCT05665595</a:t>
            </a:r>
          </a:p>
          <a:p xmlns:a="http://schemas.openxmlformats.org/drawingml/2006/main">
            <a:r>
              <a:t/>
            </a:r>
          </a:p>
          <a:p xmlns:a="http://schemas.openxmlformats.org/drawingml/2006/main">
            <a:r>
              <a:t>2023: 135</a:t>
            </a:r>
          </a:p>
          <a:p xmlns:a="http://schemas.openxmlformats.org/drawingml/2006/main">
            <a:r>
              <a:t>Advanced query: AREA[StudyFirstPostDate]RANGE[2023-01-01,2023-12-31] AND AREA[LeadSponsorClass]INDUSTRY AND AREA[StudyType]INTERVENTIONAL AND (AREA[InterventionType]DRUG OR AREA[InterventionType]BIOLOGICAL) AND AREA[LocationCountry]India</a:t>
            </a:r>
          </a:p>
          <a:p xmlns:a="http://schemas.openxmlformats.org/drawingml/2006/main">
            <a:r>
              <a:t>API URL: https://clinicaltrials.gov/api/v2/studies?filter.advanced=AREA%5BStudyFirstPostDate%5DRANGE%5B2023-01-01%2C2023-12-31%5D+AND+AREA%5BLeadSponsorClass%5DINDUSTRY+AND+AREA%5BStudyType%5DINTERVENTIONAL+AND+%28AREA%5BInterventionType%5DDRUG+OR+AREA%5BInterventionType%5DBIOLOGICAL%29+AND+AREA%5BLocationCountry%5DIndia&amp;format=json&amp;pageSize=100&amp;countTotal=true</a:t>
            </a:r>
          </a:p>
          <a:p xmlns:a="http://schemas.openxmlformats.org/drawingml/2006/main">
            <a:r>
              <a:t>NCT IDs: NCT05669521, NCT05669755, NCT05672576, NCT05681351, NCT05685238, NCT05686070, NCT05687266, NCT05696613, NCT05702034, NCT05705271, NCT05705440, NCT05706454, NCT05712200, NCT05714202, NCT05720455, NCT05732766, NCT05732805, NCT05739383, NCT05744921, NCT05746559, NCT05754957, NCT05755386, NCT05757869, NCT05769777, NCT05774639, NCT05774951, NCT05776069, NCT05781750, NCT05789524, NCT05789537, NCT05794230, NCT05795140, NCT05803421, NCT05808725, NCT05809934, NCT05813288, NCT05819866, NCT05827016, NCT05827081, NCT05848258, NCT05850689, NCT05852431, NCT05852938, NCT05855200, NCT05855967, NCT05861947, NCT05862012, NCT05865002, NCT05869903, NCT05872269, NCT05872620, NCT05875727, NCT05878691, NCT05878769, NCT05891249, NCT05894239, NCT05895786, NCT05904470, NCT05907291, NCT05925803, NCT05929066, NCT05929079, NCT05935358, NCT05948592, NCT05949684, NCT05952557, NCT05953584, NCT05955326, NCT05956418, NCT05959304, NCT05966480, NCT05971940, NCT05976243, NCT05980949, NCT05981040, NCT05983471, NCT05984147, NCT05984277, NCT05985915, NCT05996835, NCT06003426, NCT06006559, NCT06013969, NCT06020014, NCT06025318, NCT06025344, NCT06025578, NCT06034743, NCT06038539, NCT06040086, NCT06042478, NCT06043297, NCT06049017, NCT06056297, NCT06058689, NCT06059846, NCT06060067, NCT06065540, NCT06065748, NCT06073093, NCT06073132, NCT06075095, NCT06079320, NCT06079476, NCT06079671, NCT06080789, NCT06083675, NCT06084663, NCT06087835, NCT06097260, NCT06102005, NCT06103864, NCT06104566, NCT06105632, NCT06108219, NCT06109779, NCT06112379, NCT06118281, NCT06119581, NCT06120491, NCT06129864, NCT06130566, NCT06131372, NCT06133972, NCT06140836, NCT06141473, NCT06141486, NCT06142383, NCT06145217, NCT06159790, NCT06161571, NCT06172257, NCT06180083, NCT06180096, NCT06180109</a:t>
            </a:r>
          </a:p>
          <a:p xmlns:a="http://schemas.openxmlformats.org/drawingml/2006/main">
            <a:r>
              <a:t/>
            </a:r>
          </a:p>
          <a:p xmlns:a="http://schemas.openxmlformats.org/drawingml/2006/main">
            <a:r>
              <a:t>2024: 110</a:t>
            </a:r>
          </a:p>
          <a:p xmlns:a="http://schemas.openxmlformats.org/drawingml/2006/main">
            <a:r>
              <a:t>Advanced query: AREA[StudyFirstPostDate]RANGE[2024-01-01,2024-12-31] AND AREA[LeadSponsorClass]INDUSTRY AND AREA[StudyType]INTERVENTIONAL AND (AREA[InterventionType]DRUG OR AREA[InterventionType]BIOLOGICAL) AND AREA[LocationCountry]India</a:t>
            </a:r>
          </a:p>
          <a:p xmlns:a="http://schemas.openxmlformats.org/drawingml/2006/main">
            <a:r>
              <a:t>API URL: https://clinicaltrials.gov/api/v2/studies?filter.advanced=AREA%5BStudyFirstPostDate%5DRANGE%5B2024-01-01%2C2024-12-31%5D+AND+AREA%5BLeadSponsorClass%5DINDUSTRY+AND+AREA%5BStudyType%5DINTERVENTIONAL+AND+%28AREA%5BInterventionType%5DDRUG+OR+AREA%5BInterventionType%5DBIOLOGICAL%29+AND+AREA%5BLocationCountry%5DIndia&amp;format=json&amp;pageSize=100&amp;countTotal=true</a:t>
            </a:r>
          </a:p>
          <a:p xmlns:a="http://schemas.openxmlformats.org/drawingml/2006/main">
            <a:r>
              <a:t>NCT IDs: NCT06189209, NCT06200207, NCT06201559, NCT06208150, NCT06208306, NCT06215716, NCT06221969, NCT06226883, NCT06232707, NCT06238622, NCT06254664, NCT06256432, NCT06256588, NCT06268873, NCT06269107, NCT06278948, NCT06282575, NCT06283966, NCT06292013, NCT06299826, NCT06305754, NCT06307652, NCT06309966, NCT06312176, NCT06318169, NCT06326047, NCT06331715, NCT06340854, NCT06344104, NCT06345729, NCT06346392, NCT06348199, NCT06350097, NCT06354660, NCT06356129, NCT06357533, NCT06361537, NCT06370715, NCT06372145, NCT06372964, NCT06380751, NCT06383390, NCT06386419, NCT06394232, NCT06398808, NCT06407934, NCT06413121, NCT06417814, NCT06419374, NCT06421636, NCT06423911, NCT06424288, NCT06427811, NCT06429761, NCT06438978, NCT06443463, NCT06450184, NCT06450223, NCT06450236, NCT06455202, NCT06462235, NCT06462586, NCT06463587, NCT06466135, NCT06467201, NCT06467357, NCT06470048, NCT06472076, NCT06499285, NCT06512883, NCT06522997, NCT06528314, NCT06531798, NCT06531824, NCT06534411, NCT06549595, NCT06553924, NCT06553937, NCT06557603, NCT06561386, NCT06585787, NCT06588855, NCT06589986, NCT06592300, NCT06609226, NCT06609239, NCT06612268, NCT06614725, NCT06616194, NCT06618105, NCT06627647, NCT06637631, NCT06641466, NCT06646276, NCT06662786, NCT06666491, NCT06677060, NCT06678113, NCT06679101, NCT06683742, NCT06692738, NCT06698796, NCT06703606, NCT06716424, NCT06717698, NCT06726265, NCT06738277, NCT06742723, NCT06744920, NCT06750094</a:t>
            </a:r>
          </a:p>
          <a:p xmlns:a="http://schemas.openxmlformats.org/drawingml/2006/main">
            <a:r>
              <a:t/>
            </a:r>
          </a:p>
          <a:p xmlns:a="http://schemas.openxmlformats.org/drawingml/2006/main">
            <a:r>
              <a:t>2025: 122</a:t>
            </a:r>
          </a:p>
          <a:p xmlns:a="http://schemas.openxmlformats.org/drawingml/2006/main">
            <a:r>
              <a:t>Advanced query: AREA[StudyFirstPostDate]RANGE[2025-01-01,2025-12-31] AND AREA[LeadSponsorClass]INDUSTRY AND AREA[StudyType]INTERVENTIONAL AND (AREA[InterventionType]DRUG OR AREA[InterventionType]BIOLOGICAL) AND AREA[LocationCountry]India</a:t>
            </a:r>
          </a:p>
          <a:p xmlns:a="http://schemas.openxmlformats.org/drawingml/2006/main">
            <a:r>
              <a:t>API URL: https://clinicaltrials.gov/api/v2/studies?filter.advanced=AREA%5BStudyFirstPostDate%5DRANGE%5B2025-01-01%2C2025-12-31%5D+AND+AREA%5BLeadSponsorClass%5DINDUSTRY+AND+AREA%5BStudyType%5DINTERVENTIONAL+AND+%28AREA%5BInterventionType%5DDRUG+OR+AREA%5BInterventionType%5DBIOLOGICAL%29+AND+AREA%5BLocationCountry%5DIndia&amp;format=json&amp;pageSize=100&amp;countTotal=true</a:t>
            </a:r>
          </a:p>
          <a:p xmlns:a="http://schemas.openxmlformats.org/drawingml/2006/main">
            <a:r>
              <a:t>NCT IDs: NCT06755450, NCT06758401, NCT06760637, NCT06760702, NCT06761586, NCT06764875, NCT06788990, NCT06807424, NCT06819007, NCT06819878, NCT06819891, NCT06831370, NCT06851806, NCT06855277, NCT06862219, NCT06867094, NCT06872892, NCT06875310, NCT06878404, NCT06883305, NCT06890598, NCT06899126, NCT06911502, NCT06921785, NCT06922253, NCT06923956, NCT06926868, NCT06929273, NCT06932159, NCT06932263, NCT06935357, NCT06935370, NCT06937229, NCT06948214, NCT06948422, NCT06948435, NCT06951711, NCT06952530, NCT06952803, NCT06953583, NCT06962800, NCT06966700, NCT06976216, NCT06979336, NCT06979362, NCT06979375, NCT06981078, NCT06989437, NCT06995482, NCT06997367, NCT07000123, NCT07000357, NCT07004972, NCT07007793, NCT07011485, NCT07011732, NCT07012395, NCT07017036, NCT07030517, NCT07037277, NCT07039890, NCT07040059, NCT07042100, NCT07042828, NCT07044687, NCT07052006, NCT07054515, NCT07062965, NCT07063745, NCT07064473, NCT07076121, NCT07082543, NCT07082725, NCT07082738, NCT07098585, NCT07100080, NCT07102628, NCT07109297, NCT07138378, NCT07140341, NCT07140913, NCT07141004, NCT07144280, NCT07157423, NCT07157774, NCT07165028, NCT07169695, NCT07170852, NCT07171983, NCT07181109, NCT07184619, NCT07185815, NCT07186101, NCT07196722, NCT07196748, NCT07202884, NCT07211685, NCT07216703, NCT07218809, NCT07219173, NCT07220083, NCT07221149, NCT07221253, NCT07221357, NCT07222566, NCT07223593, NCT07225504, NCT07241390, NCT07251127, NCT07253285, NCT07256392, NCT07266766, NCT07266779, NCT07266792, NCT07276399, NCT07282600, NCT07282613, NCT07282743, NCT07285460, NCT07285798, NCT07286175, NCT07291037</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ebb828ddb842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54b2ae4fcc744c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6e289e03ee4d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14c0eeaffb44a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927ffbba8d4b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0917b2bd264e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6052E1-E4DE-4E06-B180-623F4450D98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45DD6AF-D95B-43FA-8406-F80518C3376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4FC8B63-9751-4678-8A2A-81029A49781D}"/>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8DD595-5EB2-4F4B-9B28-6574DF86550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0AD459-BCF2-4DB8-9BEF-CE24C3532AF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C0F2F15-0C49-4BE6-A440-EF1A19176B0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64EC929-14BC-4B3D-B138-39AA4C51365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8BAB66-25B1-4D1E-8269-728F565FDAD2}"/>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F59ECA-9307-452A-AC06-2648D1B7231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ABF81F-5405-4ECE-A5F6-05411DD8613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c9587498ed43f1" /><Relationship Type="http://schemas.openxmlformats.org/officeDocument/2006/relationships/slideLayout" Target="/ppt/slideLayouts/slideLayout1.xml" Id="R7ea5289395944ecf" /><Relationship Type="http://schemas.openxmlformats.org/officeDocument/2006/relationships/slideLayout" Target="/ppt/slideLayouts/slideLayout2.xml" Id="Rb51f08e8dfbb4204" /><Relationship Type="http://schemas.openxmlformats.org/officeDocument/2006/relationships/slideLayout" Target="/ppt/slideLayouts/slideLayout3.xml" Id="Rdaf95f71b0ea436d" /><Relationship Type="http://schemas.openxmlformats.org/officeDocument/2006/relationships/slideLayout" Target="/ppt/slideLayouts/slideLayout4.xml" Id="Rcf397e90b47f495e" /><Relationship Type="http://schemas.openxmlformats.org/officeDocument/2006/relationships/slideLayout" Target="/ppt/slideLayouts/slideLayout5.xml" Id="R682b16fecdb54074" /><Relationship Type="http://schemas.openxmlformats.org/officeDocument/2006/relationships/slideLayout" Target="/ppt/slideLayouts/slideLayout6.xml" Id="Ra750d6c46b2b42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a5289395944ecf"/>
    <p:sldLayoutId xmlns:r="http://schemas.openxmlformats.org/officeDocument/2006/relationships" id="2147483650" r:id="Rb51f08e8dfbb4204"/>
    <p:sldLayoutId xmlns:r="http://schemas.openxmlformats.org/officeDocument/2006/relationships" id="2147483651" r:id="Rdaf95f71b0ea436d"/>
    <p:sldLayoutId xmlns:r="http://schemas.openxmlformats.org/officeDocument/2006/relationships" id="2147483652" r:id="Rcf397e90b47f495e"/>
    <p:sldLayoutId xmlns:r="http://schemas.openxmlformats.org/officeDocument/2006/relationships" id="2147483653" r:id="R682b16fecdb54074"/>
    <p:sldLayoutId xmlns:r="http://schemas.openxmlformats.org/officeDocument/2006/relationships" id="2147483654" r:id="Ra750d6c46b2b42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6f70b5918b4e35" /><Relationship Type="http://schemas.openxmlformats.org/officeDocument/2006/relationships/image" Target="/ppt/media/image.png" Id="R2e041eec91c64b28" /><Relationship Type="http://schemas.openxmlformats.org/officeDocument/2006/relationships/image" Target="/ppt/media/image.svg" Id="R14cf680bb86049bd" /><Relationship Type="http://schemas.openxmlformats.org/officeDocument/2006/relationships/image" Target="/ppt/media/image2.png" Id="R7d53cf1a1d8a4475" /><Relationship Type="http://schemas.openxmlformats.org/officeDocument/2006/relationships/image" Target="/ppt/media/image2.svg" Id="R1019c6214d81402b" /><Relationship Type="http://schemas.openxmlformats.org/officeDocument/2006/relationships/image" Target="/ppt/media/image3.png" Id="R5a5a534506b24d0d" /><Relationship Type="http://schemas.openxmlformats.org/officeDocument/2006/relationships/image" Target="/ppt/media/image3.svg" Id="R06cba109d0a24f41" /><Relationship Type="http://schemas.openxmlformats.org/officeDocument/2006/relationships/image" Target="/ppt/media/image4.png" Id="R948c7419a2b542f0" /><Relationship Type="http://schemas.openxmlformats.org/officeDocument/2006/relationships/image" Target="/ppt/media/image4.svg" Id="Ra9f7b9dfd43b437b" /><Relationship Type="http://schemas.openxmlformats.org/officeDocument/2006/relationships/image" Target="/ppt/media/image5.png" Id="Reaed885260a0420c" /><Relationship Type="http://schemas.openxmlformats.org/officeDocument/2006/relationships/image" Target="/ppt/media/image5.svg" Id="R2e666fd4d0884a69" /><Relationship Type="http://schemas.openxmlformats.org/officeDocument/2006/relationships/image" Target="/ppt/media/image6.png" Id="R322800ddb1cf4cf4" /><Relationship Type="http://schemas.openxmlformats.org/officeDocument/2006/relationships/image" Target="/ppt/media/image6.svg" Id="R67007e2893324bcc" /><Relationship Type="http://schemas.openxmlformats.org/officeDocument/2006/relationships/image" Target="/ppt/media/image7.png" Id="Rcf38b29c34ec4a39" /><Relationship Type="http://schemas.openxmlformats.org/officeDocument/2006/relationships/image" Target="/ppt/media/image7.svg" Id="R9eff57180ed04202" /><Relationship Type="http://schemas.openxmlformats.org/officeDocument/2006/relationships/image" Target="/ppt/media/image8.png" Id="Rad643c82fd5244f2" /><Relationship Type="http://schemas.openxmlformats.org/officeDocument/2006/relationships/image" Target="/ppt/media/image8.svg" Id="Rfdc1e07fae124584" /><Relationship Type="http://schemas.openxmlformats.org/officeDocument/2006/relationships/chart" Target="/ppt/slides/charts/chart1.xml" Id="R70ca6419edad4986" /><Relationship Type="http://schemas.openxmlformats.org/officeDocument/2006/relationships/notesSlide" Target="/ppt/notesSlides/notesSlide1.xml" Id="R20f65085c4884c1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Study registrations</c:v>
          </c:tx>
          <c:spPr>
            <a:solidFill xmlns:a="http://schemas.openxmlformats.org/drawingml/2006/main">
              <a:srgbClr val="9EC5DC"/>
            </a:solidFill>
          </c:spPr>
          <c:invertIfNegative val="0"/>
          <c:dPt>
            <c:idx val="0"/>
            <c:invertIfNegative val="0"/>
            <c:spPr>
              <a:solidFill xmlns:a="http://schemas.openxmlformats.org/drawingml/2006/main">
                <a:srgbClr val="00446C"/>
              </a:solidFill>
            </c:spPr>
          </c:dPt>
          <c:dPt>
            <c:idx val="10"/>
            <c:invertIfNegative val="0"/>
            <c:spPr>
              <a:solidFill xmlns:a="http://schemas.openxmlformats.org/drawingml/2006/main">
                <a:srgbClr val="0067A6"/>
              </a:solidFill>
            </c:spPr>
          </c:dPt>
          <c:cat>
            <c:numRef>
              <c:f>'Chart Data'!$A$2:$A$12</c:f>
              <c:numCache>
                <c:formatCode>General</c:formatCode>
                <c:ptCount val="11"/>
                <c:pt idx="0">
                  <c:v>15</c:v>
                </c:pt>
                <c:pt idx="1">
                  <c:v>16</c:v>
                </c:pt>
                <c:pt idx="2">
                  <c:v>17</c:v>
                </c:pt>
                <c:pt idx="3">
                  <c:v>18</c:v>
                </c:pt>
                <c:pt idx="4">
                  <c:v>19</c:v>
                </c:pt>
                <c:pt idx="5">
                  <c:v>20</c:v>
                </c:pt>
                <c:pt idx="6">
                  <c:v>21</c:v>
                </c:pt>
                <c:pt idx="7">
                  <c:v>22</c:v>
                </c:pt>
                <c:pt idx="8">
                  <c:v>23</c:v>
                </c:pt>
                <c:pt idx="9">
                  <c:v>24</c:v>
                </c:pt>
                <c:pt idx="10">
                  <c:v>25</c:v>
                </c:pt>
              </c:numCache>
            </c:numRef>
          </c:cat>
          <c:val>
            <c:numRef>
              <c:f>'Chart Data'!$B$2:$B$12</c:f>
              <c:numCache>
                <c:formatCode>0</c:formatCode>
                <c:ptCount val="11"/>
                <c:pt idx="0">
                  <c:v>50</c:v>
                </c:pt>
                <c:pt idx="1">
                  <c:v>67</c:v>
                </c:pt>
                <c:pt idx="2">
                  <c:v>77</c:v>
                </c:pt>
                <c:pt idx="3">
                  <c:v>99</c:v>
                </c:pt>
                <c:pt idx="4">
                  <c:v>94</c:v>
                </c:pt>
                <c:pt idx="5">
                  <c:v>116</c:v>
                </c:pt>
                <c:pt idx="6">
                  <c:v>132</c:v>
                </c:pt>
                <c:pt idx="7">
                  <c:v>146</c:v>
                </c:pt>
                <c:pt idx="8">
                  <c:v>135</c:v>
                </c:pt>
                <c:pt idx="9">
                  <c:v>110</c:v>
                </c:pt>
                <c:pt idx="10">
                  <c:v>122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75">
                  <a:solidFill>
                    <a:srgbClr val="243746"/>
                  </a:solidFill>
                  <a:latin typeface="Nimbus Sans"/>
                  <a:ea typeface="Nimbus Sans"/>
                  <a:cs typeface="Nimbus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2E9"/>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7682"/>
                </a:solidFill>
                <a:latin typeface="Nimbus Sans"/>
                <a:ea typeface="Nimbus Sans"/>
                <a:cs typeface="Nimbus Sans"/>
              </a:defRPr>
            </a:pPr>
          </a:p>
        </c:txPr>
        <c:crossAx val="48672768"/>
      </c:catAx>
      <c:valAx>
        <c:axId val="48672768"/>
        <c:scaling>
          <c:orientation val="minMax"/>
          <c:max val="160"/>
          <c:min val="0"/>
        </c:scaling>
        <c:delete val="0"/>
        <c:axPos val="l"/>
        <c:majorGridlines>
          <c:spPr>
            <a:ln xmlns:a="http://schemas.openxmlformats.org/drawingml/2006/main" w="6668">
              <a:solidFill>
                <a:srgbClr val="D8E2E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75">
                <a:solidFill>
                  <a:srgbClr val="657682"/>
                </a:solidFill>
                <a:latin typeface="Nimbus Sans"/>
                <a:ea typeface="Nimbus Sans"/>
                <a:cs typeface="Nimbus Sans"/>
              </a:defRPr>
            </a:pPr>
          </a:p>
        </c:txPr>
        <c:crossAx val="48650112"/>
        <c:crossBetween val="between"/>
        <c:majorUnit val="40"/>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Title">
            <a:extLst xmlns:a="http://schemas.openxmlformats.org/drawingml/2006/main">
              <a:ext uri="{FF2B5EF4-FFF2-40B4-BE49-F238E27FC236}">
                <a16:creationId xmlns:a16="http://schemas.microsoft.com/office/drawing/2014/main" id="{FACC4146-CEE6-4472-AC53-B50769171A78}"/>
              </a:ext>
            </a:extLst>
          </p:cNvPr>
          <p:cNvSpPr>
            <a:spLocks xmlns:a="http://schemas.openxmlformats.org/drawingml/2006/main" noGrp="1"/>
          </p:cNvSpPr>
          <p:nvPr/>
        </p:nvSpPr>
        <p:spPr>
          <a:xfrm xmlns:a="http://schemas.openxmlformats.org/drawingml/2006/main">
            <a:off x="609600" y="361950"/>
            <a:ext cx="14020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225" b="1">
                <a:solidFill>
                  <a:srgbClr val="00446C"/>
                </a:solidFill>
                <a:latin typeface="Nimbus Sans"/>
                <a:ea typeface="Nimbus Sans"/>
                <a:cs typeface="Nimbus Sans"/>
              </a:defRPr>
            </a:defPPr>
            <a:lvl1pPr algn="l">
              <a:defRPr sz="3225" b="1">
                <a:solidFill>
                  <a:srgbClr val="00446C"/>
                </a:solidFill>
                <a:latin typeface="Nimbus Sans"/>
                <a:ea typeface="Nimbus Sans"/>
                <a:cs typeface="Nimbus Sans"/>
              </a:defRPr>
            </a:lvl1pPr>
            <a:lvl2pPr algn="l">
              <a:defRPr sz="3225" b="1">
                <a:solidFill>
                  <a:srgbClr val="00446C"/>
                </a:solidFill>
                <a:latin typeface="Nimbus Sans"/>
                <a:ea typeface="Nimbus Sans"/>
                <a:cs typeface="Nimbus Sans"/>
              </a:defRPr>
            </a:lvl2pPr>
            <a:lvl3pPr algn="l">
              <a:defRPr sz="3225" b="1">
                <a:solidFill>
                  <a:srgbClr val="00446C"/>
                </a:solidFill>
                <a:latin typeface="Nimbus Sans"/>
                <a:ea typeface="Nimbus Sans"/>
                <a:cs typeface="Nimbus Sans"/>
              </a:defRPr>
            </a:lvl3pPr>
            <a:lvl4pPr algn="l">
              <a:defRPr sz="3225" b="1">
                <a:solidFill>
                  <a:srgbClr val="00446C"/>
                </a:solidFill>
                <a:latin typeface="Nimbus Sans"/>
                <a:ea typeface="Nimbus Sans"/>
                <a:cs typeface="Nimbus Sans"/>
              </a:defRPr>
            </a:lvl4pPr>
            <a:lvl5pPr algn="l">
              <a:defRPr sz="3225" b="1">
                <a:solidFill>
                  <a:srgbClr val="00446C"/>
                </a:solidFill>
                <a:latin typeface="Nimbus Sans"/>
                <a:ea typeface="Nimbus Sans"/>
                <a:cs typeface="Nimbus Sans"/>
              </a:defRPr>
            </a:lvl5pPr>
            <a:lvl6pPr algn="l">
              <a:defRPr sz="3225" b="1">
                <a:solidFill>
                  <a:srgbClr val="00446C"/>
                </a:solidFill>
                <a:latin typeface="Nimbus Sans"/>
                <a:ea typeface="Nimbus Sans"/>
                <a:cs typeface="Nimbus Sans"/>
              </a:defRPr>
            </a:lvl6pPr>
            <a:lvl7pPr algn="l">
              <a:defRPr sz="3225" b="1">
                <a:solidFill>
                  <a:srgbClr val="00446C"/>
                </a:solidFill>
                <a:latin typeface="Nimbus Sans"/>
                <a:ea typeface="Nimbus Sans"/>
                <a:cs typeface="Nimbus Sans"/>
              </a:defRPr>
            </a:lvl7pPr>
            <a:lvl8pPr algn="l">
              <a:defRPr sz="3225" b="1">
                <a:solidFill>
                  <a:srgbClr val="00446C"/>
                </a:solidFill>
                <a:latin typeface="Nimbus Sans"/>
                <a:ea typeface="Nimbus Sans"/>
                <a:cs typeface="Nimbus Sans"/>
              </a:defRPr>
            </a:lvl8pPr>
            <a:lvl9pPr algn="l">
              <a:defRPr sz="3225" b="1">
                <a:solidFill>
                  <a:srgbClr val="00446C"/>
                </a:solidFill>
                <a:latin typeface="Nimbus Sans"/>
                <a:ea typeface="Nimbus Sans"/>
                <a:cs typeface="Nimbus Sans"/>
              </a:defRPr>
            </a:lvl9pPr>
          </a:lstStyle>
          <a:p xmlns:a="http://schemas.openxmlformats.org/drawingml/2006/main">
            <a:pPr algn="l">
              <a:lnSpc>
                <a:spcPct val="108000"/>
              </a:lnSpc>
              <a:buNone/>
              <a:defRPr sz="3225" b="1">
                <a:solidFill>
                  <a:srgbClr val="00446C"/>
                </a:solidFill>
                <a:latin typeface="Nimbus Sans"/>
                <a:ea typeface="Nimbus Sans"/>
                <a:cs typeface="Nimbus Sans"/>
              </a:defRPr>
            </a:pPr>
            <a:r>
              <a:rPr sz="3225" b="1">
                <a:solidFill>
                  <a:srgbClr val="00446C"/>
                </a:solidFill>
                <a:latin typeface="Nimbus Sans"/>
                <a:ea typeface="Nimbus Sans"/>
                <a:cs typeface="Nimbus Sans"/>
              </a:rPr>
              <a:t>India’s regulatory filings are increasingly digital,</a:t>
            </a:r>
          </a:p>
          <a:p xmlns:a="http://schemas.openxmlformats.org/drawingml/2006/main">
            <a:pPr algn="l">
              <a:lnSpc>
                <a:spcPct val="108000"/>
              </a:lnSpc>
              <a:buNone/>
              <a:defRPr sz="3225" b="1">
                <a:solidFill>
                  <a:srgbClr val="00446C"/>
                </a:solidFill>
                <a:latin typeface="Nimbus Sans"/>
                <a:ea typeface="Nimbus Sans"/>
                <a:cs typeface="Nimbus Sans"/>
              </a:defRPr>
            </a:pPr>
            <a:r>
              <a:rPr sz="3225" b="1">
                <a:solidFill>
                  <a:srgbClr val="00446C"/>
                </a:solidFill>
                <a:latin typeface="Nimbus Sans"/>
                <a:ea typeface="Nimbus Sans"/>
                <a:cs typeface="Nimbus Sans"/>
              </a:rPr>
              <a:t>alongside a larger clinical research footprint</a:t>
            </a:r>
          </a:p>
        </p:txBody>
      </p:sp>
      <p:sp>
        <p:nvSpPr>
          <p:cNvPr id="2" name="Header rule">
            <a:extLst xmlns:a="http://schemas.openxmlformats.org/drawingml/2006/main">
              <a:ext uri="{FF2B5EF4-FFF2-40B4-BE49-F238E27FC236}">
                <a16:creationId xmlns:a16="http://schemas.microsoft.com/office/drawing/2014/main" id="{8CEE2BDC-DA38-40FE-8971-C3A05481DBCE}"/>
              </a:ext>
            </a:extLst>
          </p:cNvPr>
          <p:cNvSpPr>
            <a:spLocks xmlns:a="http://schemas.openxmlformats.org/drawingml/2006/main" noGrp="1"/>
          </p:cNvSpPr>
          <p:nvPr/>
        </p:nvSpPr>
        <p:spPr>
          <a:xfrm xmlns:a="http://schemas.openxmlformats.org/drawingml/2006/main">
            <a:off x="609600" y="1552575"/>
            <a:ext cx="14020800" cy="19050"/>
          </a:xfrm>
          <a:prstGeom xmlns:a="http://schemas.openxmlformats.org/drawingml/2006/main" prst="rect">
            <a:avLst/>
          </a:prstGeom>
          <a:solidFill xmlns:a="http://schemas.openxmlformats.org/drawingml/2006/main">
            <a:srgbClr val="0067A6"/>
          </a:solidFill>
          <a:ln xmlns:a="http://schemas.openxmlformats.org/drawingml/2006/main" w="0">
            <a:noFill/>
            <a:prstDash val="solid"/>
          </a:ln>
        </p:spPr>
      </p:sp>
      <p:sp>
        <p:nvSpPr>
          <p:cNvPr id="3" name="Process heading">
            <a:extLst xmlns:a="http://schemas.openxmlformats.org/drawingml/2006/main">
              <a:ext uri="{FF2B5EF4-FFF2-40B4-BE49-F238E27FC236}">
                <a16:creationId xmlns:a16="http://schemas.microsoft.com/office/drawing/2014/main" id="{A3982CC7-4BBF-4ABD-8653-CC0A736BA52E}"/>
              </a:ext>
            </a:extLst>
          </p:cNvPr>
          <p:cNvSpPr>
            <a:spLocks xmlns:a="http://schemas.openxmlformats.org/drawingml/2006/main" noGrp="1"/>
          </p:cNvSpPr>
          <p:nvPr/>
        </p:nvSpPr>
        <p:spPr>
          <a:xfrm xmlns:a="http://schemas.openxmlformats.org/drawingml/2006/main">
            <a:off x="609600" y="180975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a:solidFill>
                  <a:srgbClr val="00446C"/>
                </a:solidFill>
                <a:latin typeface="Nimbus Sans"/>
                <a:ea typeface="Nimbus Sans"/>
                <a:cs typeface="Nimbus Sans"/>
              </a:defRPr>
            </a:defPPr>
            <a:lvl1pPr algn="l">
              <a:defRPr sz="2100" b="1">
                <a:solidFill>
                  <a:srgbClr val="00446C"/>
                </a:solidFill>
                <a:latin typeface="Nimbus Sans"/>
                <a:ea typeface="Nimbus Sans"/>
                <a:cs typeface="Nimbus Sans"/>
              </a:defRPr>
            </a:lvl1pPr>
            <a:lvl2pPr algn="l">
              <a:defRPr sz="2100" b="1">
                <a:solidFill>
                  <a:srgbClr val="00446C"/>
                </a:solidFill>
                <a:latin typeface="Nimbus Sans"/>
                <a:ea typeface="Nimbus Sans"/>
                <a:cs typeface="Nimbus Sans"/>
              </a:defRPr>
            </a:lvl2pPr>
            <a:lvl3pPr algn="l">
              <a:defRPr sz="2100" b="1">
                <a:solidFill>
                  <a:srgbClr val="00446C"/>
                </a:solidFill>
                <a:latin typeface="Nimbus Sans"/>
                <a:ea typeface="Nimbus Sans"/>
                <a:cs typeface="Nimbus Sans"/>
              </a:defRPr>
            </a:lvl3pPr>
            <a:lvl4pPr algn="l">
              <a:defRPr sz="2100" b="1">
                <a:solidFill>
                  <a:srgbClr val="00446C"/>
                </a:solidFill>
                <a:latin typeface="Nimbus Sans"/>
                <a:ea typeface="Nimbus Sans"/>
                <a:cs typeface="Nimbus Sans"/>
              </a:defRPr>
            </a:lvl4pPr>
            <a:lvl5pPr algn="l">
              <a:defRPr sz="2100" b="1">
                <a:solidFill>
                  <a:srgbClr val="00446C"/>
                </a:solidFill>
                <a:latin typeface="Nimbus Sans"/>
                <a:ea typeface="Nimbus Sans"/>
                <a:cs typeface="Nimbus Sans"/>
              </a:defRPr>
            </a:lvl5pPr>
            <a:lvl6pPr algn="l">
              <a:defRPr sz="2100" b="1">
                <a:solidFill>
                  <a:srgbClr val="00446C"/>
                </a:solidFill>
                <a:latin typeface="Nimbus Sans"/>
                <a:ea typeface="Nimbus Sans"/>
                <a:cs typeface="Nimbus Sans"/>
              </a:defRPr>
            </a:lvl6pPr>
            <a:lvl7pPr algn="l">
              <a:defRPr sz="2100" b="1">
                <a:solidFill>
                  <a:srgbClr val="00446C"/>
                </a:solidFill>
                <a:latin typeface="Nimbus Sans"/>
                <a:ea typeface="Nimbus Sans"/>
                <a:cs typeface="Nimbus Sans"/>
              </a:defRPr>
            </a:lvl7pPr>
            <a:lvl8pPr algn="l">
              <a:defRPr sz="2100" b="1">
                <a:solidFill>
                  <a:srgbClr val="00446C"/>
                </a:solidFill>
                <a:latin typeface="Nimbus Sans"/>
                <a:ea typeface="Nimbus Sans"/>
                <a:cs typeface="Nimbus Sans"/>
              </a:defRPr>
            </a:lvl8pPr>
            <a:lvl9pPr algn="l">
              <a:defRPr sz="2100" b="1">
                <a:solidFill>
                  <a:srgbClr val="00446C"/>
                </a:solidFill>
                <a:latin typeface="Nimbus Sans"/>
                <a:ea typeface="Nimbus Sans"/>
                <a:cs typeface="Nimbus Sans"/>
              </a:defRPr>
            </a:lvl9pPr>
          </a:lstStyle>
          <a:p xmlns:a="http://schemas.openxmlformats.org/drawingml/2006/main">
            <a:pPr algn="l">
              <a:lnSpc>
                <a:spcPct val="108000"/>
              </a:lnSpc>
              <a:buNone/>
              <a:defRPr sz="2100" b="1">
                <a:solidFill>
                  <a:srgbClr val="00446C"/>
                </a:solidFill>
                <a:latin typeface="Nimbus Sans"/>
                <a:ea typeface="Nimbus Sans"/>
                <a:cs typeface="Nimbus Sans"/>
              </a:defRPr>
            </a:pPr>
            <a:r>
              <a:rPr sz="2100" b="1">
                <a:solidFill>
                  <a:srgbClr val="00446C"/>
                </a:solidFill>
                <a:latin typeface="Nimbus Sans"/>
                <a:ea typeface="Nimbus Sans"/>
                <a:cs typeface="Nimbus Sans"/>
              </a:rPr>
              <a:t>CDSCO filing workflows</a:t>
            </a:r>
          </a:p>
        </p:txBody>
      </p:sp>
      <p:sp>
        <p:nvSpPr>
          <p:cNvPr id="4" name="Historical scope">
            <a:extLst xmlns:a="http://schemas.openxmlformats.org/drawingml/2006/main">
              <a:ext uri="{FF2B5EF4-FFF2-40B4-BE49-F238E27FC236}">
                <a16:creationId xmlns:a16="http://schemas.microsoft.com/office/drawing/2014/main" id="{D95C3ABE-8474-4A59-AAE3-FCDBC3E75ACB}"/>
              </a:ext>
            </a:extLst>
          </p:cNvPr>
          <p:cNvSpPr>
            <a:spLocks xmlns:a="http://schemas.openxmlformats.org/drawingml/2006/main" noGrp="1"/>
          </p:cNvSpPr>
          <p:nvPr/>
        </p:nvSpPr>
        <p:spPr>
          <a:xfrm xmlns:a="http://schemas.openxmlformats.org/drawingml/2006/main">
            <a:off x="609600" y="2247900"/>
            <a:ext cx="809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a:solidFill>
                  <a:srgbClr val="657682"/>
                </a:solidFill>
                <a:latin typeface="Nimbus Sans"/>
                <a:ea typeface="Nimbus Sans"/>
                <a:cs typeface="Nimbus Sans"/>
              </a:defRPr>
            </a:defPPr>
            <a:lvl1pPr algn="l">
              <a:defRPr sz="1425" b="0">
                <a:solidFill>
                  <a:srgbClr val="657682"/>
                </a:solidFill>
                <a:latin typeface="Nimbus Sans"/>
                <a:ea typeface="Nimbus Sans"/>
                <a:cs typeface="Nimbus Sans"/>
              </a:defRPr>
            </a:lvl1pPr>
            <a:lvl2pPr algn="l">
              <a:defRPr sz="1425" b="0">
                <a:solidFill>
                  <a:srgbClr val="657682"/>
                </a:solidFill>
                <a:latin typeface="Nimbus Sans"/>
                <a:ea typeface="Nimbus Sans"/>
                <a:cs typeface="Nimbus Sans"/>
              </a:defRPr>
            </a:lvl2pPr>
            <a:lvl3pPr algn="l">
              <a:defRPr sz="1425" b="0">
                <a:solidFill>
                  <a:srgbClr val="657682"/>
                </a:solidFill>
                <a:latin typeface="Nimbus Sans"/>
                <a:ea typeface="Nimbus Sans"/>
                <a:cs typeface="Nimbus Sans"/>
              </a:defRPr>
            </a:lvl3pPr>
            <a:lvl4pPr algn="l">
              <a:defRPr sz="1425" b="0">
                <a:solidFill>
                  <a:srgbClr val="657682"/>
                </a:solidFill>
                <a:latin typeface="Nimbus Sans"/>
                <a:ea typeface="Nimbus Sans"/>
                <a:cs typeface="Nimbus Sans"/>
              </a:defRPr>
            </a:lvl4pPr>
            <a:lvl5pPr algn="l">
              <a:defRPr sz="1425" b="0">
                <a:solidFill>
                  <a:srgbClr val="657682"/>
                </a:solidFill>
                <a:latin typeface="Nimbus Sans"/>
                <a:ea typeface="Nimbus Sans"/>
                <a:cs typeface="Nimbus Sans"/>
              </a:defRPr>
            </a:lvl5pPr>
            <a:lvl6pPr algn="l">
              <a:defRPr sz="1425" b="0">
                <a:solidFill>
                  <a:srgbClr val="657682"/>
                </a:solidFill>
                <a:latin typeface="Nimbus Sans"/>
                <a:ea typeface="Nimbus Sans"/>
                <a:cs typeface="Nimbus Sans"/>
              </a:defRPr>
            </a:lvl6pPr>
            <a:lvl7pPr algn="l">
              <a:defRPr sz="1425" b="0">
                <a:solidFill>
                  <a:srgbClr val="657682"/>
                </a:solidFill>
                <a:latin typeface="Nimbus Sans"/>
                <a:ea typeface="Nimbus Sans"/>
                <a:cs typeface="Nimbus Sans"/>
              </a:defRPr>
            </a:lvl7pPr>
            <a:lvl8pPr algn="l">
              <a:defRPr sz="1425" b="0">
                <a:solidFill>
                  <a:srgbClr val="657682"/>
                </a:solidFill>
                <a:latin typeface="Nimbus Sans"/>
                <a:ea typeface="Nimbus Sans"/>
                <a:cs typeface="Nimbus Sans"/>
              </a:defRPr>
            </a:lvl8pPr>
            <a:lvl9pPr algn="l">
              <a:defRPr sz="1425" b="0">
                <a:solidFill>
                  <a:srgbClr val="657682"/>
                </a:solidFill>
                <a:latin typeface="Nimbus Sans"/>
                <a:ea typeface="Nimbus Sans"/>
                <a:cs typeface="Nimbus Sans"/>
              </a:defRPr>
            </a:lvl9pPr>
          </a:lstStyle>
          <a:p xmlns:a="http://schemas.openxmlformats.org/drawingml/2006/main">
            <a:pPr algn="l">
              <a:lnSpc>
                <a:spcPct val="108000"/>
              </a:lnSpc>
              <a:buNone/>
              <a:defRPr sz="1425" b="0">
                <a:solidFill>
                  <a:srgbClr val="657682"/>
                </a:solidFill>
                <a:latin typeface="Nimbus Sans"/>
                <a:ea typeface="Nimbus Sans"/>
                <a:cs typeface="Nimbus Sans"/>
              </a:defRPr>
            </a:pPr>
            <a:r>
              <a:rPr sz="1425" b="0">
                <a:solidFill>
                  <a:srgbClr val="657682"/>
                </a:solidFill>
                <a:latin typeface="Nimbus Sans"/>
                <a:ea typeface="Nimbus Sans"/>
                <a:cs typeface="Nimbus Sans"/>
              </a:rPr>
              <a:t>Earlier physical filing routes, before each module moved online</a:t>
            </a:r>
          </a:p>
        </p:txBody>
      </p:sp>
      <p:sp>
        <p:nvSpPr>
          <p:cNvPr id="5" name="Workflow 0">
            <a:extLst xmlns:a="http://schemas.openxmlformats.org/drawingml/2006/main">
              <a:ext uri="{FF2B5EF4-FFF2-40B4-BE49-F238E27FC236}">
                <a16:creationId xmlns:a16="http://schemas.microsoft.com/office/drawing/2014/main" id="{76DCFA1C-8FF4-41E3-AE3E-9D6C096078DE}"/>
              </a:ext>
            </a:extLst>
          </p:cNvPr>
          <p:cNvSpPr>
            <a:spLocks xmlns:a="http://schemas.openxmlformats.org/drawingml/2006/main" noGrp="1"/>
          </p:cNvSpPr>
          <p:nvPr/>
        </p:nvSpPr>
        <p:spPr>
          <a:xfrm xmlns:a="http://schemas.openxmlformats.org/drawingml/2006/main">
            <a:off x="609600" y="26955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243746"/>
                </a:solidFill>
                <a:latin typeface="Nimbus Sans"/>
                <a:ea typeface="Nimbus Sans"/>
                <a:cs typeface="Nimbus Sans"/>
              </a:defRPr>
            </a:defPPr>
            <a:lvl1pPr algn="ctr">
              <a:defRPr sz="1800" b="1">
                <a:solidFill>
                  <a:srgbClr val="243746"/>
                </a:solidFill>
                <a:latin typeface="Nimbus Sans"/>
                <a:ea typeface="Nimbus Sans"/>
                <a:cs typeface="Nimbus Sans"/>
              </a:defRPr>
            </a:lvl1pPr>
            <a:lvl2pPr algn="ctr">
              <a:defRPr sz="1800" b="1">
                <a:solidFill>
                  <a:srgbClr val="243746"/>
                </a:solidFill>
                <a:latin typeface="Nimbus Sans"/>
                <a:ea typeface="Nimbus Sans"/>
                <a:cs typeface="Nimbus Sans"/>
              </a:defRPr>
            </a:lvl2pPr>
            <a:lvl3pPr algn="ctr">
              <a:defRPr sz="1800" b="1">
                <a:solidFill>
                  <a:srgbClr val="243746"/>
                </a:solidFill>
                <a:latin typeface="Nimbus Sans"/>
                <a:ea typeface="Nimbus Sans"/>
                <a:cs typeface="Nimbus Sans"/>
              </a:defRPr>
            </a:lvl3pPr>
            <a:lvl4pPr algn="ctr">
              <a:defRPr sz="1800" b="1">
                <a:solidFill>
                  <a:srgbClr val="243746"/>
                </a:solidFill>
                <a:latin typeface="Nimbus Sans"/>
                <a:ea typeface="Nimbus Sans"/>
                <a:cs typeface="Nimbus Sans"/>
              </a:defRPr>
            </a:lvl4pPr>
            <a:lvl5pPr algn="ctr">
              <a:defRPr sz="1800" b="1">
                <a:solidFill>
                  <a:srgbClr val="243746"/>
                </a:solidFill>
                <a:latin typeface="Nimbus Sans"/>
                <a:ea typeface="Nimbus Sans"/>
                <a:cs typeface="Nimbus Sans"/>
              </a:defRPr>
            </a:lvl5pPr>
            <a:lvl6pPr algn="ctr">
              <a:defRPr sz="1800" b="1">
                <a:solidFill>
                  <a:srgbClr val="243746"/>
                </a:solidFill>
                <a:latin typeface="Nimbus Sans"/>
                <a:ea typeface="Nimbus Sans"/>
                <a:cs typeface="Nimbus Sans"/>
              </a:defRPr>
            </a:lvl6pPr>
            <a:lvl7pPr algn="ctr">
              <a:defRPr sz="1800" b="1">
                <a:solidFill>
                  <a:srgbClr val="243746"/>
                </a:solidFill>
                <a:latin typeface="Nimbus Sans"/>
                <a:ea typeface="Nimbus Sans"/>
                <a:cs typeface="Nimbus Sans"/>
              </a:defRPr>
            </a:lvl7pPr>
            <a:lvl8pPr algn="ctr">
              <a:defRPr sz="1800" b="1">
                <a:solidFill>
                  <a:srgbClr val="243746"/>
                </a:solidFill>
                <a:latin typeface="Nimbus Sans"/>
                <a:ea typeface="Nimbus Sans"/>
                <a:cs typeface="Nimbus Sans"/>
              </a:defRPr>
            </a:lvl8pPr>
            <a:lvl9pPr algn="ctr">
              <a:defRPr sz="1800" b="1">
                <a:solidFill>
                  <a:srgbClr val="243746"/>
                </a:solidFill>
                <a:latin typeface="Nimbus Sans"/>
                <a:ea typeface="Nimbus Sans"/>
                <a:cs typeface="Nimbus Sans"/>
              </a:defRPr>
            </a:lvl9pPr>
          </a:lstStyle>
          <a:p xmlns:a="http://schemas.openxmlformats.org/drawingml/2006/main">
            <a:pPr algn="ctr">
              <a:lnSpc>
                <a:spcPct val="108000"/>
              </a:lnSpc>
              <a:buNone/>
              <a:defRPr sz="1800" b="1">
                <a:solidFill>
                  <a:srgbClr val="243746"/>
                </a:solidFill>
                <a:latin typeface="Nimbus Sans"/>
                <a:ea typeface="Nimbus Sans"/>
                <a:cs typeface="Nimbus Sans"/>
              </a:defRPr>
            </a:pPr>
            <a:r>
              <a:rPr sz="1800" b="1">
                <a:solidFill>
                  <a:srgbClr val="243746"/>
                </a:solidFill>
                <a:latin typeface="Nimbus Sans"/>
                <a:ea typeface="Nimbus Sans"/>
                <a:cs typeface="Nimbus Sans"/>
              </a:rPr>
              <a:t>Regulatory</a:t>
            </a:r>
          </a:p>
          <a:p xmlns:a="http://schemas.openxmlformats.org/drawingml/2006/main">
            <a:pPr algn="ctr">
              <a:lnSpc>
                <a:spcPct val="108000"/>
              </a:lnSpc>
              <a:buNone/>
              <a:defRPr sz="1800" b="1">
                <a:solidFill>
                  <a:srgbClr val="243746"/>
                </a:solidFill>
                <a:latin typeface="Nimbus Sans"/>
                <a:ea typeface="Nimbus Sans"/>
                <a:cs typeface="Nimbus Sans"/>
              </a:defRPr>
            </a:pPr>
            <a:r>
              <a:rPr sz="1800" b="1">
                <a:solidFill>
                  <a:srgbClr val="243746"/>
                </a:solidFill>
                <a:latin typeface="Nimbus Sans"/>
                <a:ea typeface="Nimbus Sans"/>
                <a:cs typeface="Nimbus Sans"/>
              </a:rPr>
              <a:t>application</a:t>
            </a:r>
          </a:p>
        </p:txBody>
      </p:sp>
      <p:pic>
        <p:nvPicPr>
          <p:cNvPr id="6" name="">
            <a:extLst xmlns:a="http://schemas.openxmlformats.org/drawingml/2006/main">
              <a:ext uri="{FF2B5EF4-FFF2-40B4-BE49-F238E27FC236}">
                <a16:creationId xmlns:a16="http://schemas.microsoft.com/office/drawing/2014/main" id="{EBFF5C8C-B057-413F-9109-A3483AA750CC}"/>
              </a:ext>
            </a:extLst>
          </p:cNvPr>
          <p:cNvPicPr>
            <a:picLocks xmlns:a="http://schemas.openxmlformats.org/drawingml/2006/main" noChangeAspect="1"/>
          </p:cNvPicPr>
          <p:nvPr/>
        </p:nvPicPr>
        <p:blipFill>
          <a:blip xmlns:r="http://schemas.openxmlformats.org/officeDocument/2006/relationships" xmlns:a="http://schemas.openxmlformats.org/drawingml/2006/main" r:embed="R2e041eec91c64b28">
            <a:extLst>
              <a:ext uri="{96DAC541-7B7A-43D3-8B79-37D633B846F1}">
                <asvg:svgBlip xmlns:asvg="http://schemas.microsoft.com/office/drawing/2016/SVG/main" r:embed="R14cf680bb86049bd"/>
              </a:ext>
            </a:extLst>
          </a:blip>
          <a:stretch xmlns:a="http://schemas.openxmlformats.org/drawingml/2006/main"/>
        </p:blipFill>
        <p:spPr>
          <a:xfrm xmlns:a="http://schemas.openxmlformats.org/drawingml/2006/main">
            <a:off x="1257300" y="3333750"/>
            <a:ext cx="514350" cy="514350"/>
          </a:xfrm>
          <a:prstGeom xmlns:a="http://schemas.openxmlformats.org/drawingml/2006/main" prst="rect">
            <a:avLst/>
          </a:prstGeom>
        </p:spPr>
      </p:pic>
      <p:sp>
        <p:nvSpPr>
          <p:cNvPr id="7" name="Old route 0">
            <a:extLst xmlns:a="http://schemas.openxmlformats.org/drawingml/2006/main">
              <a:ext uri="{FF2B5EF4-FFF2-40B4-BE49-F238E27FC236}">
                <a16:creationId xmlns:a16="http://schemas.microsoft.com/office/drawing/2014/main" id="{013FB568-C162-46DD-8AB6-9B03E0A02F09}"/>
              </a:ext>
            </a:extLst>
          </p:cNvPr>
          <p:cNvSpPr>
            <a:spLocks xmlns:a="http://schemas.openxmlformats.org/drawingml/2006/main" noGrp="1"/>
          </p:cNvSpPr>
          <p:nvPr/>
        </p:nvSpPr>
        <p:spPr>
          <a:xfrm xmlns:a="http://schemas.openxmlformats.org/drawingml/2006/main">
            <a:off x="561975" y="39624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350" b="0">
                <a:solidFill>
                  <a:srgbClr val="657682"/>
                </a:solidFill>
                <a:latin typeface="Nimbus Sans"/>
                <a:ea typeface="Nimbus Sans"/>
                <a:cs typeface="Nimbus Sans"/>
              </a:defRPr>
            </a:defPPr>
            <a:lvl1pPr algn="ctr">
              <a:defRPr sz="1350" b="0">
                <a:solidFill>
                  <a:srgbClr val="657682"/>
                </a:solidFill>
                <a:latin typeface="Nimbus Sans"/>
                <a:ea typeface="Nimbus Sans"/>
                <a:cs typeface="Nimbus Sans"/>
              </a:defRPr>
            </a:lvl1pPr>
            <a:lvl2pPr algn="ctr">
              <a:defRPr sz="1350" b="0">
                <a:solidFill>
                  <a:srgbClr val="657682"/>
                </a:solidFill>
                <a:latin typeface="Nimbus Sans"/>
                <a:ea typeface="Nimbus Sans"/>
                <a:cs typeface="Nimbus Sans"/>
              </a:defRPr>
            </a:lvl2pPr>
            <a:lvl3pPr algn="ctr">
              <a:defRPr sz="1350" b="0">
                <a:solidFill>
                  <a:srgbClr val="657682"/>
                </a:solidFill>
                <a:latin typeface="Nimbus Sans"/>
                <a:ea typeface="Nimbus Sans"/>
                <a:cs typeface="Nimbus Sans"/>
              </a:defRPr>
            </a:lvl3pPr>
            <a:lvl4pPr algn="ctr">
              <a:defRPr sz="1350" b="0">
                <a:solidFill>
                  <a:srgbClr val="657682"/>
                </a:solidFill>
                <a:latin typeface="Nimbus Sans"/>
                <a:ea typeface="Nimbus Sans"/>
                <a:cs typeface="Nimbus Sans"/>
              </a:defRPr>
            </a:lvl4pPr>
            <a:lvl5pPr algn="ctr">
              <a:defRPr sz="1350" b="0">
                <a:solidFill>
                  <a:srgbClr val="657682"/>
                </a:solidFill>
                <a:latin typeface="Nimbus Sans"/>
                <a:ea typeface="Nimbus Sans"/>
                <a:cs typeface="Nimbus Sans"/>
              </a:defRPr>
            </a:lvl5pPr>
            <a:lvl6pPr algn="ctr">
              <a:defRPr sz="1350" b="0">
                <a:solidFill>
                  <a:srgbClr val="657682"/>
                </a:solidFill>
                <a:latin typeface="Nimbus Sans"/>
                <a:ea typeface="Nimbus Sans"/>
                <a:cs typeface="Nimbus Sans"/>
              </a:defRPr>
            </a:lvl6pPr>
            <a:lvl7pPr algn="ctr">
              <a:defRPr sz="1350" b="0">
                <a:solidFill>
                  <a:srgbClr val="657682"/>
                </a:solidFill>
                <a:latin typeface="Nimbus Sans"/>
                <a:ea typeface="Nimbus Sans"/>
                <a:cs typeface="Nimbus Sans"/>
              </a:defRPr>
            </a:lvl7pPr>
            <a:lvl8pPr algn="ctr">
              <a:defRPr sz="1350" b="0">
                <a:solidFill>
                  <a:srgbClr val="657682"/>
                </a:solidFill>
                <a:latin typeface="Nimbus Sans"/>
                <a:ea typeface="Nimbus Sans"/>
                <a:cs typeface="Nimbus Sans"/>
              </a:defRPr>
            </a:lvl8pPr>
            <a:lvl9pPr algn="ctr">
              <a:defRPr sz="1350" b="0">
                <a:solidFill>
                  <a:srgbClr val="657682"/>
                </a:solidFill>
                <a:latin typeface="Nimbus Sans"/>
                <a:ea typeface="Nimbus Sans"/>
                <a:cs typeface="Nimbus Sans"/>
              </a:defRPr>
            </a:lvl9pPr>
          </a:lstStyle>
          <a:p xmlns:a="http://schemas.openxmlformats.org/drawingml/2006/main">
            <a:pPr algn="ctr">
              <a:lnSpc>
                <a:spcPct val="108000"/>
              </a:lnSpc>
              <a:buNone/>
              <a:defRPr sz="1350" b="0">
                <a:solidFill>
                  <a:srgbClr val="657682"/>
                </a:solidFill>
                <a:latin typeface="Nimbus Sans"/>
                <a:ea typeface="Nimbus Sans"/>
                <a:cs typeface="Nimbus Sans"/>
              </a:defRPr>
            </a:pPr>
            <a:r>
              <a:rPr sz="1350" b="0">
                <a:solidFill>
                  <a:srgbClr val="657682"/>
                </a:solidFill>
                <a:latin typeface="Nimbus Sans"/>
                <a:ea typeface="Nimbus Sans"/>
                <a:cs typeface="Nimbus Sans"/>
              </a:rPr>
              <a:t>Printed dossiers</a:t>
            </a:r>
          </a:p>
        </p:txBody>
      </p:sp>
      <p:sp>
        <p:nvSpPr>
          <p:cNvPr id="8" name="Workflow 1">
            <a:extLst xmlns:a="http://schemas.openxmlformats.org/drawingml/2006/main">
              <a:ext uri="{FF2B5EF4-FFF2-40B4-BE49-F238E27FC236}">
                <a16:creationId xmlns:a16="http://schemas.microsoft.com/office/drawing/2014/main" id="{27BA85FE-E895-4B55-A2B7-439080876128}"/>
              </a:ext>
            </a:extLst>
          </p:cNvPr>
          <p:cNvSpPr>
            <a:spLocks xmlns:a="http://schemas.openxmlformats.org/drawingml/2006/main" noGrp="1"/>
          </p:cNvSpPr>
          <p:nvPr/>
        </p:nvSpPr>
        <p:spPr>
          <a:xfrm xmlns:a="http://schemas.openxmlformats.org/drawingml/2006/main">
            <a:off x="2724150" y="26955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243746"/>
                </a:solidFill>
                <a:latin typeface="Nimbus Sans"/>
                <a:ea typeface="Nimbus Sans"/>
                <a:cs typeface="Nimbus Sans"/>
              </a:defRPr>
            </a:defPPr>
            <a:lvl1pPr algn="ctr">
              <a:defRPr sz="1800" b="1">
                <a:solidFill>
                  <a:srgbClr val="243746"/>
                </a:solidFill>
                <a:latin typeface="Nimbus Sans"/>
                <a:ea typeface="Nimbus Sans"/>
                <a:cs typeface="Nimbus Sans"/>
              </a:defRPr>
            </a:lvl1pPr>
            <a:lvl2pPr algn="ctr">
              <a:defRPr sz="1800" b="1">
                <a:solidFill>
                  <a:srgbClr val="243746"/>
                </a:solidFill>
                <a:latin typeface="Nimbus Sans"/>
                <a:ea typeface="Nimbus Sans"/>
                <a:cs typeface="Nimbus Sans"/>
              </a:defRPr>
            </a:lvl2pPr>
            <a:lvl3pPr algn="ctr">
              <a:defRPr sz="1800" b="1">
                <a:solidFill>
                  <a:srgbClr val="243746"/>
                </a:solidFill>
                <a:latin typeface="Nimbus Sans"/>
                <a:ea typeface="Nimbus Sans"/>
                <a:cs typeface="Nimbus Sans"/>
              </a:defRPr>
            </a:lvl3pPr>
            <a:lvl4pPr algn="ctr">
              <a:defRPr sz="1800" b="1">
                <a:solidFill>
                  <a:srgbClr val="243746"/>
                </a:solidFill>
                <a:latin typeface="Nimbus Sans"/>
                <a:ea typeface="Nimbus Sans"/>
                <a:cs typeface="Nimbus Sans"/>
              </a:defRPr>
            </a:lvl4pPr>
            <a:lvl5pPr algn="ctr">
              <a:defRPr sz="1800" b="1">
                <a:solidFill>
                  <a:srgbClr val="243746"/>
                </a:solidFill>
                <a:latin typeface="Nimbus Sans"/>
                <a:ea typeface="Nimbus Sans"/>
                <a:cs typeface="Nimbus Sans"/>
              </a:defRPr>
            </a:lvl5pPr>
            <a:lvl6pPr algn="ctr">
              <a:defRPr sz="1800" b="1">
                <a:solidFill>
                  <a:srgbClr val="243746"/>
                </a:solidFill>
                <a:latin typeface="Nimbus Sans"/>
                <a:ea typeface="Nimbus Sans"/>
                <a:cs typeface="Nimbus Sans"/>
              </a:defRPr>
            </a:lvl6pPr>
            <a:lvl7pPr algn="ctr">
              <a:defRPr sz="1800" b="1">
                <a:solidFill>
                  <a:srgbClr val="243746"/>
                </a:solidFill>
                <a:latin typeface="Nimbus Sans"/>
                <a:ea typeface="Nimbus Sans"/>
                <a:cs typeface="Nimbus Sans"/>
              </a:defRPr>
            </a:lvl7pPr>
            <a:lvl8pPr algn="ctr">
              <a:defRPr sz="1800" b="1">
                <a:solidFill>
                  <a:srgbClr val="243746"/>
                </a:solidFill>
                <a:latin typeface="Nimbus Sans"/>
                <a:ea typeface="Nimbus Sans"/>
                <a:cs typeface="Nimbus Sans"/>
              </a:defRPr>
            </a:lvl8pPr>
            <a:lvl9pPr algn="ctr">
              <a:defRPr sz="1800" b="1">
                <a:solidFill>
                  <a:srgbClr val="243746"/>
                </a:solidFill>
                <a:latin typeface="Nimbus Sans"/>
                <a:ea typeface="Nimbus Sans"/>
                <a:cs typeface="Nimbus Sans"/>
              </a:defRPr>
            </a:lvl9pPr>
          </a:lstStyle>
          <a:p xmlns:a="http://schemas.openxmlformats.org/drawingml/2006/main">
            <a:pPr algn="ctr">
              <a:lnSpc>
                <a:spcPct val="108000"/>
              </a:lnSpc>
              <a:buNone/>
              <a:defRPr sz="1800" b="1">
                <a:solidFill>
                  <a:srgbClr val="243746"/>
                </a:solidFill>
                <a:latin typeface="Nimbus Sans"/>
                <a:ea typeface="Nimbus Sans"/>
                <a:cs typeface="Nimbus Sans"/>
              </a:defRPr>
            </a:pPr>
            <a:r>
              <a:rPr sz="1800" b="1">
                <a:solidFill>
                  <a:srgbClr val="243746"/>
                </a:solidFill>
                <a:latin typeface="Nimbus Sans"/>
                <a:ea typeface="Nimbus Sans"/>
                <a:cs typeface="Nimbus Sans"/>
              </a:rPr>
              <a:t>Queries and</a:t>
            </a:r>
          </a:p>
          <a:p xmlns:a="http://schemas.openxmlformats.org/drawingml/2006/main">
            <a:pPr algn="ctr">
              <a:lnSpc>
                <a:spcPct val="108000"/>
              </a:lnSpc>
              <a:buNone/>
              <a:defRPr sz="1800" b="1">
                <a:solidFill>
                  <a:srgbClr val="243746"/>
                </a:solidFill>
                <a:latin typeface="Nimbus Sans"/>
                <a:ea typeface="Nimbus Sans"/>
                <a:cs typeface="Nimbus Sans"/>
              </a:defRPr>
            </a:pPr>
            <a:r>
              <a:rPr sz="1800" b="1">
                <a:solidFill>
                  <a:srgbClr val="243746"/>
                </a:solidFill>
                <a:latin typeface="Nimbus Sans"/>
                <a:ea typeface="Nimbus Sans"/>
                <a:cs typeface="Nimbus Sans"/>
              </a:rPr>
              <a:t>responses</a:t>
            </a:r>
          </a:p>
        </p:txBody>
      </p:sp>
      <p:pic>
        <p:nvPicPr>
          <p:cNvPr id="9" name="">
            <a:extLst xmlns:a="http://schemas.openxmlformats.org/drawingml/2006/main">
              <a:ext uri="{FF2B5EF4-FFF2-40B4-BE49-F238E27FC236}">
                <a16:creationId xmlns:a16="http://schemas.microsoft.com/office/drawing/2014/main" id="{845C5F19-913A-412D-B3E8-A61A1B18C50E}"/>
              </a:ext>
            </a:extLst>
          </p:cNvPr>
          <p:cNvPicPr>
            <a:picLocks xmlns:a="http://schemas.openxmlformats.org/drawingml/2006/main" noChangeAspect="1"/>
          </p:cNvPicPr>
          <p:nvPr/>
        </p:nvPicPr>
        <p:blipFill>
          <a:blip xmlns:r="http://schemas.openxmlformats.org/officeDocument/2006/relationships" xmlns:a="http://schemas.openxmlformats.org/drawingml/2006/main" r:embed="R7d53cf1a1d8a4475">
            <a:extLst>
              <a:ext uri="{96DAC541-7B7A-43D3-8B79-37D633B846F1}">
                <asvg:svgBlip xmlns:asvg="http://schemas.microsoft.com/office/drawing/2016/SVG/main" r:embed="R1019c6214d81402b"/>
              </a:ext>
            </a:extLst>
          </a:blip>
          <a:stretch xmlns:a="http://schemas.openxmlformats.org/drawingml/2006/main"/>
        </p:blipFill>
        <p:spPr>
          <a:xfrm xmlns:a="http://schemas.openxmlformats.org/drawingml/2006/main">
            <a:off x="3371850" y="3333750"/>
            <a:ext cx="514350" cy="514350"/>
          </a:xfrm>
          <a:prstGeom xmlns:a="http://schemas.openxmlformats.org/drawingml/2006/main" prst="rect">
            <a:avLst/>
          </a:prstGeom>
        </p:spPr>
      </p:pic>
      <p:sp>
        <p:nvSpPr>
          <p:cNvPr id="10" name="Old route 1">
            <a:extLst xmlns:a="http://schemas.openxmlformats.org/drawingml/2006/main">
              <a:ext uri="{FF2B5EF4-FFF2-40B4-BE49-F238E27FC236}">
                <a16:creationId xmlns:a16="http://schemas.microsoft.com/office/drawing/2014/main" id="{6272A1B4-6425-40F5-870D-2536DAB15840}"/>
              </a:ext>
            </a:extLst>
          </p:cNvPr>
          <p:cNvSpPr>
            <a:spLocks xmlns:a="http://schemas.openxmlformats.org/drawingml/2006/main" noGrp="1"/>
          </p:cNvSpPr>
          <p:nvPr/>
        </p:nvSpPr>
        <p:spPr>
          <a:xfrm xmlns:a="http://schemas.openxmlformats.org/drawingml/2006/main">
            <a:off x="2676525" y="39624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350" b="0">
                <a:solidFill>
                  <a:srgbClr val="657682"/>
                </a:solidFill>
                <a:latin typeface="Nimbus Sans"/>
                <a:ea typeface="Nimbus Sans"/>
                <a:cs typeface="Nimbus Sans"/>
              </a:defRPr>
            </a:defPPr>
            <a:lvl1pPr algn="ctr">
              <a:defRPr sz="1350" b="0">
                <a:solidFill>
                  <a:srgbClr val="657682"/>
                </a:solidFill>
                <a:latin typeface="Nimbus Sans"/>
                <a:ea typeface="Nimbus Sans"/>
                <a:cs typeface="Nimbus Sans"/>
              </a:defRPr>
            </a:lvl1pPr>
            <a:lvl2pPr algn="ctr">
              <a:defRPr sz="1350" b="0">
                <a:solidFill>
                  <a:srgbClr val="657682"/>
                </a:solidFill>
                <a:latin typeface="Nimbus Sans"/>
                <a:ea typeface="Nimbus Sans"/>
                <a:cs typeface="Nimbus Sans"/>
              </a:defRPr>
            </a:lvl2pPr>
            <a:lvl3pPr algn="ctr">
              <a:defRPr sz="1350" b="0">
                <a:solidFill>
                  <a:srgbClr val="657682"/>
                </a:solidFill>
                <a:latin typeface="Nimbus Sans"/>
                <a:ea typeface="Nimbus Sans"/>
                <a:cs typeface="Nimbus Sans"/>
              </a:defRPr>
            </a:lvl3pPr>
            <a:lvl4pPr algn="ctr">
              <a:defRPr sz="1350" b="0">
                <a:solidFill>
                  <a:srgbClr val="657682"/>
                </a:solidFill>
                <a:latin typeface="Nimbus Sans"/>
                <a:ea typeface="Nimbus Sans"/>
                <a:cs typeface="Nimbus Sans"/>
              </a:defRPr>
            </a:lvl4pPr>
            <a:lvl5pPr algn="ctr">
              <a:defRPr sz="1350" b="0">
                <a:solidFill>
                  <a:srgbClr val="657682"/>
                </a:solidFill>
                <a:latin typeface="Nimbus Sans"/>
                <a:ea typeface="Nimbus Sans"/>
                <a:cs typeface="Nimbus Sans"/>
              </a:defRPr>
            </a:lvl5pPr>
            <a:lvl6pPr algn="ctr">
              <a:defRPr sz="1350" b="0">
                <a:solidFill>
                  <a:srgbClr val="657682"/>
                </a:solidFill>
                <a:latin typeface="Nimbus Sans"/>
                <a:ea typeface="Nimbus Sans"/>
                <a:cs typeface="Nimbus Sans"/>
              </a:defRPr>
            </a:lvl6pPr>
            <a:lvl7pPr algn="ctr">
              <a:defRPr sz="1350" b="0">
                <a:solidFill>
                  <a:srgbClr val="657682"/>
                </a:solidFill>
                <a:latin typeface="Nimbus Sans"/>
                <a:ea typeface="Nimbus Sans"/>
                <a:cs typeface="Nimbus Sans"/>
              </a:defRPr>
            </a:lvl7pPr>
            <a:lvl8pPr algn="ctr">
              <a:defRPr sz="1350" b="0">
                <a:solidFill>
                  <a:srgbClr val="657682"/>
                </a:solidFill>
                <a:latin typeface="Nimbus Sans"/>
                <a:ea typeface="Nimbus Sans"/>
                <a:cs typeface="Nimbus Sans"/>
              </a:defRPr>
            </a:lvl8pPr>
            <a:lvl9pPr algn="ctr">
              <a:defRPr sz="1350" b="0">
                <a:solidFill>
                  <a:srgbClr val="657682"/>
                </a:solidFill>
                <a:latin typeface="Nimbus Sans"/>
                <a:ea typeface="Nimbus Sans"/>
                <a:cs typeface="Nimbus Sans"/>
              </a:defRPr>
            </a:lvl9pPr>
          </a:lstStyle>
          <a:p xmlns:a="http://schemas.openxmlformats.org/drawingml/2006/main">
            <a:pPr algn="ctr">
              <a:lnSpc>
                <a:spcPct val="108000"/>
              </a:lnSpc>
              <a:buNone/>
              <a:defRPr sz="1350" b="0">
                <a:solidFill>
                  <a:srgbClr val="657682"/>
                </a:solidFill>
                <a:latin typeface="Nimbus Sans"/>
                <a:ea typeface="Nimbus Sans"/>
                <a:cs typeface="Nimbus Sans"/>
              </a:defRPr>
            </a:pPr>
            <a:r>
              <a:rPr sz="1350" b="0">
                <a:solidFill>
                  <a:srgbClr val="657682"/>
                </a:solidFill>
                <a:latin typeface="Nimbus Sans"/>
                <a:ea typeface="Nimbus Sans"/>
                <a:cs typeface="Nimbus Sans"/>
              </a:rPr>
              <a:t>Written clarifications</a:t>
            </a:r>
          </a:p>
        </p:txBody>
      </p:sp>
      <p:sp>
        <p:nvSpPr>
          <p:cNvPr id="11" name="Workflow 2">
            <a:extLst xmlns:a="http://schemas.openxmlformats.org/drawingml/2006/main">
              <a:ext uri="{FF2B5EF4-FFF2-40B4-BE49-F238E27FC236}">
                <a16:creationId xmlns:a16="http://schemas.microsoft.com/office/drawing/2014/main" id="{FDA9B0B0-E271-4B75-8F15-8A7DFCB9ABA2}"/>
              </a:ext>
            </a:extLst>
          </p:cNvPr>
          <p:cNvSpPr>
            <a:spLocks xmlns:a="http://schemas.openxmlformats.org/drawingml/2006/main" noGrp="1"/>
          </p:cNvSpPr>
          <p:nvPr/>
        </p:nvSpPr>
        <p:spPr>
          <a:xfrm xmlns:a="http://schemas.openxmlformats.org/drawingml/2006/main">
            <a:off x="4838700" y="26955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243746"/>
                </a:solidFill>
                <a:latin typeface="Nimbus Sans"/>
                <a:ea typeface="Nimbus Sans"/>
                <a:cs typeface="Nimbus Sans"/>
              </a:defRPr>
            </a:defPPr>
            <a:lvl1pPr algn="ctr">
              <a:defRPr sz="1800" b="1">
                <a:solidFill>
                  <a:srgbClr val="243746"/>
                </a:solidFill>
                <a:latin typeface="Nimbus Sans"/>
                <a:ea typeface="Nimbus Sans"/>
                <a:cs typeface="Nimbus Sans"/>
              </a:defRPr>
            </a:lvl1pPr>
            <a:lvl2pPr algn="ctr">
              <a:defRPr sz="1800" b="1">
                <a:solidFill>
                  <a:srgbClr val="243746"/>
                </a:solidFill>
                <a:latin typeface="Nimbus Sans"/>
                <a:ea typeface="Nimbus Sans"/>
                <a:cs typeface="Nimbus Sans"/>
              </a:defRPr>
            </a:lvl2pPr>
            <a:lvl3pPr algn="ctr">
              <a:defRPr sz="1800" b="1">
                <a:solidFill>
                  <a:srgbClr val="243746"/>
                </a:solidFill>
                <a:latin typeface="Nimbus Sans"/>
                <a:ea typeface="Nimbus Sans"/>
                <a:cs typeface="Nimbus Sans"/>
              </a:defRPr>
            </a:lvl3pPr>
            <a:lvl4pPr algn="ctr">
              <a:defRPr sz="1800" b="1">
                <a:solidFill>
                  <a:srgbClr val="243746"/>
                </a:solidFill>
                <a:latin typeface="Nimbus Sans"/>
                <a:ea typeface="Nimbus Sans"/>
                <a:cs typeface="Nimbus Sans"/>
              </a:defRPr>
            </a:lvl4pPr>
            <a:lvl5pPr algn="ctr">
              <a:defRPr sz="1800" b="1">
                <a:solidFill>
                  <a:srgbClr val="243746"/>
                </a:solidFill>
                <a:latin typeface="Nimbus Sans"/>
                <a:ea typeface="Nimbus Sans"/>
                <a:cs typeface="Nimbus Sans"/>
              </a:defRPr>
            </a:lvl5pPr>
            <a:lvl6pPr algn="ctr">
              <a:defRPr sz="1800" b="1">
                <a:solidFill>
                  <a:srgbClr val="243746"/>
                </a:solidFill>
                <a:latin typeface="Nimbus Sans"/>
                <a:ea typeface="Nimbus Sans"/>
                <a:cs typeface="Nimbus Sans"/>
              </a:defRPr>
            </a:lvl6pPr>
            <a:lvl7pPr algn="ctr">
              <a:defRPr sz="1800" b="1">
                <a:solidFill>
                  <a:srgbClr val="243746"/>
                </a:solidFill>
                <a:latin typeface="Nimbus Sans"/>
                <a:ea typeface="Nimbus Sans"/>
                <a:cs typeface="Nimbus Sans"/>
              </a:defRPr>
            </a:lvl7pPr>
            <a:lvl8pPr algn="ctr">
              <a:defRPr sz="1800" b="1">
                <a:solidFill>
                  <a:srgbClr val="243746"/>
                </a:solidFill>
                <a:latin typeface="Nimbus Sans"/>
                <a:ea typeface="Nimbus Sans"/>
                <a:cs typeface="Nimbus Sans"/>
              </a:defRPr>
            </a:lvl8pPr>
            <a:lvl9pPr algn="ctr">
              <a:defRPr sz="1800" b="1">
                <a:solidFill>
                  <a:srgbClr val="243746"/>
                </a:solidFill>
                <a:latin typeface="Nimbus Sans"/>
                <a:ea typeface="Nimbus Sans"/>
                <a:cs typeface="Nimbus Sans"/>
              </a:defRPr>
            </a:lvl9pPr>
          </a:lstStyle>
          <a:p xmlns:a="http://schemas.openxmlformats.org/drawingml/2006/main">
            <a:pPr algn="ctr">
              <a:lnSpc>
                <a:spcPct val="108000"/>
              </a:lnSpc>
              <a:buNone/>
              <a:defRPr sz="1800" b="1">
                <a:solidFill>
                  <a:srgbClr val="243746"/>
                </a:solidFill>
                <a:latin typeface="Nimbus Sans"/>
                <a:ea typeface="Nimbus Sans"/>
                <a:cs typeface="Nimbus Sans"/>
              </a:defRPr>
            </a:pPr>
            <a:r>
              <a:rPr sz="1800" b="1">
                <a:solidFill>
                  <a:srgbClr val="243746"/>
                </a:solidFill>
                <a:latin typeface="Nimbus Sans"/>
                <a:ea typeface="Nimbus Sans"/>
                <a:cs typeface="Nimbus Sans"/>
              </a:rPr>
              <a:t>NOC /</a:t>
            </a:r>
          </a:p>
          <a:p xmlns:a="http://schemas.openxmlformats.org/drawingml/2006/main">
            <a:pPr algn="ctr">
              <a:lnSpc>
                <a:spcPct val="108000"/>
              </a:lnSpc>
              <a:buNone/>
              <a:defRPr sz="1800" b="1">
                <a:solidFill>
                  <a:srgbClr val="243746"/>
                </a:solidFill>
                <a:latin typeface="Nimbus Sans"/>
                <a:ea typeface="Nimbus Sans"/>
                <a:cs typeface="Nimbus Sans"/>
              </a:defRPr>
            </a:pPr>
            <a:r>
              <a:rPr sz="1800" b="1">
                <a:solidFill>
                  <a:srgbClr val="243746"/>
                </a:solidFill>
                <a:latin typeface="Nimbus Sans"/>
                <a:ea typeface="Nimbus Sans"/>
                <a:cs typeface="Nimbus Sans"/>
              </a:rPr>
              <a:t>permission</a:t>
            </a:r>
          </a:p>
        </p:txBody>
      </p:sp>
      <p:pic>
        <p:nvPicPr>
          <p:cNvPr id="12" name="">
            <a:extLst xmlns:a="http://schemas.openxmlformats.org/drawingml/2006/main">
              <a:ext uri="{FF2B5EF4-FFF2-40B4-BE49-F238E27FC236}">
                <a16:creationId xmlns:a16="http://schemas.microsoft.com/office/drawing/2014/main" id="{513B4BD3-AA9A-4BFE-BF03-48A3708F8181}"/>
              </a:ext>
            </a:extLst>
          </p:cNvPr>
          <p:cNvPicPr>
            <a:picLocks xmlns:a="http://schemas.openxmlformats.org/drawingml/2006/main" noChangeAspect="1"/>
          </p:cNvPicPr>
          <p:nvPr/>
        </p:nvPicPr>
        <p:blipFill>
          <a:blip xmlns:r="http://schemas.openxmlformats.org/officeDocument/2006/relationships" xmlns:a="http://schemas.openxmlformats.org/drawingml/2006/main" r:embed="R5a5a534506b24d0d">
            <a:extLst>
              <a:ext uri="{96DAC541-7B7A-43D3-8B79-37D633B846F1}">
                <asvg:svgBlip xmlns:asvg="http://schemas.microsoft.com/office/drawing/2016/SVG/main" r:embed="R06cba109d0a24f41"/>
              </a:ext>
            </a:extLst>
          </a:blip>
          <a:stretch xmlns:a="http://schemas.openxmlformats.org/drawingml/2006/main"/>
        </p:blipFill>
        <p:spPr>
          <a:xfrm xmlns:a="http://schemas.openxmlformats.org/drawingml/2006/main">
            <a:off x="5486400" y="3333750"/>
            <a:ext cx="514350" cy="514350"/>
          </a:xfrm>
          <a:prstGeom xmlns:a="http://schemas.openxmlformats.org/drawingml/2006/main" prst="rect">
            <a:avLst/>
          </a:prstGeom>
        </p:spPr>
      </p:pic>
      <p:sp>
        <p:nvSpPr>
          <p:cNvPr id="13" name="Old route 2">
            <a:extLst xmlns:a="http://schemas.openxmlformats.org/drawingml/2006/main">
              <a:ext uri="{FF2B5EF4-FFF2-40B4-BE49-F238E27FC236}">
                <a16:creationId xmlns:a16="http://schemas.microsoft.com/office/drawing/2014/main" id="{160092EC-E80D-40FB-AC7D-5983FFA8D17C}"/>
              </a:ext>
            </a:extLst>
          </p:cNvPr>
          <p:cNvSpPr>
            <a:spLocks xmlns:a="http://schemas.openxmlformats.org/drawingml/2006/main" noGrp="1"/>
          </p:cNvSpPr>
          <p:nvPr/>
        </p:nvSpPr>
        <p:spPr>
          <a:xfrm xmlns:a="http://schemas.openxmlformats.org/drawingml/2006/main">
            <a:off x="4791075" y="39624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350" b="0">
                <a:solidFill>
                  <a:srgbClr val="657682"/>
                </a:solidFill>
                <a:latin typeface="Nimbus Sans"/>
                <a:ea typeface="Nimbus Sans"/>
                <a:cs typeface="Nimbus Sans"/>
              </a:defRPr>
            </a:defPPr>
            <a:lvl1pPr algn="ctr">
              <a:defRPr sz="1350" b="0">
                <a:solidFill>
                  <a:srgbClr val="657682"/>
                </a:solidFill>
                <a:latin typeface="Nimbus Sans"/>
                <a:ea typeface="Nimbus Sans"/>
                <a:cs typeface="Nimbus Sans"/>
              </a:defRPr>
            </a:lvl1pPr>
            <a:lvl2pPr algn="ctr">
              <a:defRPr sz="1350" b="0">
                <a:solidFill>
                  <a:srgbClr val="657682"/>
                </a:solidFill>
                <a:latin typeface="Nimbus Sans"/>
                <a:ea typeface="Nimbus Sans"/>
                <a:cs typeface="Nimbus Sans"/>
              </a:defRPr>
            </a:lvl2pPr>
            <a:lvl3pPr algn="ctr">
              <a:defRPr sz="1350" b="0">
                <a:solidFill>
                  <a:srgbClr val="657682"/>
                </a:solidFill>
                <a:latin typeface="Nimbus Sans"/>
                <a:ea typeface="Nimbus Sans"/>
                <a:cs typeface="Nimbus Sans"/>
              </a:defRPr>
            </a:lvl3pPr>
            <a:lvl4pPr algn="ctr">
              <a:defRPr sz="1350" b="0">
                <a:solidFill>
                  <a:srgbClr val="657682"/>
                </a:solidFill>
                <a:latin typeface="Nimbus Sans"/>
                <a:ea typeface="Nimbus Sans"/>
                <a:cs typeface="Nimbus Sans"/>
              </a:defRPr>
            </a:lvl4pPr>
            <a:lvl5pPr algn="ctr">
              <a:defRPr sz="1350" b="0">
                <a:solidFill>
                  <a:srgbClr val="657682"/>
                </a:solidFill>
                <a:latin typeface="Nimbus Sans"/>
                <a:ea typeface="Nimbus Sans"/>
                <a:cs typeface="Nimbus Sans"/>
              </a:defRPr>
            </a:lvl5pPr>
            <a:lvl6pPr algn="ctr">
              <a:defRPr sz="1350" b="0">
                <a:solidFill>
                  <a:srgbClr val="657682"/>
                </a:solidFill>
                <a:latin typeface="Nimbus Sans"/>
                <a:ea typeface="Nimbus Sans"/>
                <a:cs typeface="Nimbus Sans"/>
              </a:defRPr>
            </a:lvl6pPr>
            <a:lvl7pPr algn="ctr">
              <a:defRPr sz="1350" b="0">
                <a:solidFill>
                  <a:srgbClr val="657682"/>
                </a:solidFill>
                <a:latin typeface="Nimbus Sans"/>
                <a:ea typeface="Nimbus Sans"/>
                <a:cs typeface="Nimbus Sans"/>
              </a:defRPr>
            </a:lvl7pPr>
            <a:lvl8pPr algn="ctr">
              <a:defRPr sz="1350" b="0">
                <a:solidFill>
                  <a:srgbClr val="657682"/>
                </a:solidFill>
                <a:latin typeface="Nimbus Sans"/>
                <a:ea typeface="Nimbus Sans"/>
                <a:cs typeface="Nimbus Sans"/>
              </a:defRPr>
            </a:lvl8pPr>
            <a:lvl9pPr algn="ctr">
              <a:defRPr sz="1350" b="0">
                <a:solidFill>
                  <a:srgbClr val="657682"/>
                </a:solidFill>
                <a:latin typeface="Nimbus Sans"/>
                <a:ea typeface="Nimbus Sans"/>
                <a:cs typeface="Nimbus Sans"/>
              </a:defRPr>
            </a:lvl9pPr>
          </a:lstStyle>
          <a:p xmlns:a="http://schemas.openxmlformats.org/drawingml/2006/main">
            <a:pPr algn="ctr">
              <a:lnSpc>
                <a:spcPct val="108000"/>
              </a:lnSpc>
              <a:buNone/>
              <a:defRPr sz="1350" b="0">
                <a:solidFill>
                  <a:srgbClr val="657682"/>
                </a:solidFill>
                <a:latin typeface="Nimbus Sans"/>
                <a:ea typeface="Nimbus Sans"/>
                <a:cs typeface="Nimbus Sans"/>
              </a:defRPr>
            </a:pPr>
            <a:r>
              <a:rPr sz="1350" b="0">
                <a:solidFill>
                  <a:srgbClr val="657682"/>
                </a:solidFill>
                <a:latin typeface="Nimbus Sans"/>
                <a:ea typeface="Nimbus Sans"/>
                <a:cs typeface="Nimbus Sans"/>
              </a:rPr>
              <a:t>Paper permissions</a:t>
            </a:r>
          </a:p>
        </p:txBody>
      </p:sp>
      <p:sp>
        <p:nvSpPr>
          <p:cNvPr id="14" name="Workflow 3">
            <a:extLst xmlns:a="http://schemas.openxmlformats.org/drawingml/2006/main">
              <a:ext uri="{FF2B5EF4-FFF2-40B4-BE49-F238E27FC236}">
                <a16:creationId xmlns:a16="http://schemas.microsoft.com/office/drawing/2014/main" id="{EE9EDF8E-EEDF-424B-9DE7-4D9C1B6CE6CC}"/>
              </a:ext>
            </a:extLst>
          </p:cNvPr>
          <p:cNvSpPr>
            <a:spLocks xmlns:a="http://schemas.openxmlformats.org/drawingml/2006/main" noGrp="1"/>
          </p:cNvSpPr>
          <p:nvPr/>
        </p:nvSpPr>
        <p:spPr>
          <a:xfrm xmlns:a="http://schemas.openxmlformats.org/drawingml/2006/main">
            <a:off x="6953250" y="26955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243746"/>
                </a:solidFill>
                <a:latin typeface="Nimbus Sans"/>
                <a:ea typeface="Nimbus Sans"/>
                <a:cs typeface="Nimbus Sans"/>
              </a:defRPr>
            </a:defPPr>
            <a:lvl1pPr algn="ctr">
              <a:defRPr sz="1800" b="1">
                <a:solidFill>
                  <a:srgbClr val="243746"/>
                </a:solidFill>
                <a:latin typeface="Nimbus Sans"/>
                <a:ea typeface="Nimbus Sans"/>
                <a:cs typeface="Nimbus Sans"/>
              </a:defRPr>
            </a:lvl1pPr>
            <a:lvl2pPr algn="ctr">
              <a:defRPr sz="1800" b="1">
                <a:solidFill>
                  <a:srgbClr val="243746"/>
                </a:solidFill>
                <a:latin typeface="Nimbus Sans"/>
                <a:ea typeface="Nimbus Sans"/>
                <a:cs typeface="Nimbus Sans"/>
              </a:defRPr>
            </a:lvl2pPr>
            <a:lvl3pPr algn="ctr">
              <a:defRPr sz="1800" b="1">
                <a:solidFill>
                  <a:srgbClr val="243746"/>
                </a:solidFill>
                <a:latin typeface="Nimbus Sans"/>
                <a:ea typeface="Nimbus Sans"/>
                <a:cs typeface="Nimbus Sans"/>
              </a:defRPr>
            </a:lvl3pPr>
            <a:lvl4pPr algn="ctr">
              <a:defRPr sz="1800" b="1">
                <a:solidFill>
                  <a:srgbClr val="243746"/>
                </a:solidFill>
                <a:latin typeface="Nimbus Sans"/>
                <a:ea typeface="Nimbus Sans"/>
                <a:cs typeface="Nimbus Sans"/>
              </a:defRPr>
            </a:lvl4pPr>
            <a:lvl5pPr algn="ctr">
              <a:defRPr sz="1800" b="1">
                <a:solidFill>
                  <a:srgbClr val="243746"/>
                </a:solidFill>
                <a:latin typeface="Nimbus Sans"/>
                <a:ea typeface="Nimbus Sans"/>
                <a:cs typeface="Nimbus Sans"/>
              </a:defRPr>
            </a:lvl5pPr>
            <a:lvl6pPr algn="ctr">
              <a:defRPr sz="1800" b="1">
                <a:solidFill>
                  <a:srgbClr val="243746"/>
                </a:solidFill>
                <a:latin typeface="Nimbus Sans"/>
                <a:ea typeface="Nimbus Sans"/>
                <a:cs typeface="Nimbus Sans"/>
              </a:defRPr>
            </a:lvl6pPr>
            <a:lvl7pPr algn="ctr">
              <a:defRPr sz="1800" b="1">
                <a:solidFill>
                  <a:srgbClr val="243746"/>
                </a:solidFill>
                <a:latin typeface="Nimbus Sans"/>
                <a:ea typeface="Nimbus Sans"/>
                <a:cs typeface="Nimbus Sans"/>
              </a:defRPr>
            </a:lvl7pPr>
            <a:lvl8pPr algn="ctr">
              <a:defRPr sz="1800" b="1">
                <a:solidFill>
                  <a:srgbClr val="243746"/>
                </a:solidFill>
                <a:latin typeface="Nimbus Sans"/>
                <a:ea typeface="Nimbus Sans"/>
                <a:cs typeface="Nimbus Sans"/>
              </a:defRPr>
            </a:lvl8pPr>
            <a:lvl9pPr algn="ctr">
              <a:defRPr sz="1800" b="1">
                <a:solidFill>
                  <a:srgbClr val="243746"/>
                </a:solidFill>
                <a:latin typeface="Nimbus Sans"/>
                <a:ea typeface="Nimbus Sans"/>
                <a:cs typeface="Nimbus Sans"/>
              </a:defRPr>
            </a:lvl9pPr>
          </a:lstStyle>
          <a:p xmlns:a="http://schemas.openxmlformats.org/drawingml/2006/main">
            <a:pPr algn="ctr">
              <a:lnSpc>
                <a:spcPct val="108000"/>
              </a:lnSpc>
              <a:buNone/>
              <a:defRPr sz="1800" b="1">
                <a:solidFill>
                  <a:srgbClr val="243746"/>
                </a:solidFill>
                <a:latin typeface="Nimbus Sans"/>
                <a:ea typeface="Nimbus Sans"/>
                <a:cs typeface="Nimbus Sans"/>
              </a:defRPr>
            </a:pPr>
            <a:r>
              <a:rPr sz="1800" b="1">
                <a:solidFill>
                  <a:srgbClr val="243746"/>
                </a:solidFill>
                <a:latin typeface="Nimbus Sans"/>
                <a:ea typeface="Nimbus Sans"/>
                <a:cs typeface="Nimbus Sans"/>
              </a:rPr>
              <a:t>Site / investigator</a:t>
            </a:r>
          </a:p>
          <a:p xmlns:a="http://schemas.openxmlformats.org/drawingml/2006/main">
            <a:pPr algn="ctr">
              <a:lnSpc>
                <a:spcPct val="108000"/>
              </a:lnSpc>
              <a:buNone/>
              <a:defRPr sz="1800" b="1">
                <a:solidFill>
                  <a:srgbClr val="243746"/>
                </a:solidFill>
                <a:latin typeface="Nimbus Sans"/>
                <a:ea typeface="Nimbus Sans"/>
                <a:cs typeface="Nimbus Sans"/>
              </a:defRPr>
            </a:pPr>
            <a:r>
              <a:rPr sz="1800" b="1">
                <a:solidFill>
                  <a:srgbClr val="243746"/>
                </a:solidFill>
                <a:latin typeface="Nimbus Sans"/>
                <a:ea typeface="Nimbus Sans"/>
                <a:cs typeface="Nimbus Sans"/>
              </a:rPr>
              <a:t>changes</a:t>
            </a:r>
          </a:p>
        </p:txBody>
      </p:sp>
      <p:pic>
        <p:nvPicPr>
          <p:cNvPr id="15" name="">
            <a:extLst xmlns:a="http://schemas.openxmlformats.org/drawingml/2006/main">
              <a:ext uri="{FF2B5EF4-FFF2-40B4-BE49-F238E27FC236}">
                <a16:creationId xmlns:a16="http://schemas.microsoft.com/office/drawing/2014/main" id="{C91C9715-1896-4BB4-8AAA-17FA2F95F3D7}"/>
              </a:ext>
            </a:extLst>
          </p:cNvPr>
          <p:cNvPicPr>
            <a:picLocks xmlns:a="http://schemas.openxmlformats.org/drawingml/2006/main" noChangeAspect="1"/>
          </p:cNvPicPr>
          <p:nvPr/>
        </p:nvPicPr>
        <p:blipFill>
          <a:blip xmlns:r="http://schemas.openxmlformats.org/officeDocument/2006/relationships" xmlns:a="http://schemas.openxmlformats.org/drawingml/2006/main" r:embed="R948c7419a2b542f0">
            <a:extLst>
              <a:ext uri="{96DAC541-7B7A-43D3-8B79-37D633B846F1}">
                <asvg:svgBlip xmlns:asvg="http://schemas.microsoft.com/office/drawing/2016/SVG/main" r:embed="Ra9f7b9dfd43b437b"/>
              </a:ext>
            </a:extLst>
          </a:blip>
          <a:stretch xmlns:a="http://schemas.openxmlformats.org/drawingml/2006/main"/>
        </p:blipFill>
        <p:spPr>
          <a:xfrm xmlns:a="http://schemas.openxmlformats.org/drawingml/2006/main">
            <a:off x="7600950" y="3333750"/>
            <a:ext cx="514350" cy="514350"/>
          </a:xfrm>
          <a:prstGeom xmlns:a="http://schemas.openxmlformats.org/drawingml/2006/main" prst="rect">
            <a:avLst/>
          </a:prstGeom>
        </p:spPr>
      </p:pic>
      <p:sp>
        <p:nvSpPr>
          <p:cNvPr id="16" name="Old route 3">
            <a:extLst xmlns:a="http://schemas.openxmlformats.org/drawingml/2006/main">
              <a:ext uri="{FF2B5EF4-FFF2-40B4-BE49-F238E27FC236}">
                <a16:creationId xmlns:a16="http://schemas.microsoft.com/office/drawing/2014/main" id="{64E804DA-1FBB-47D8-BB47-3C3333968845}"/>
              </a:ext>
            </a:extLst>
          </p:cNvPr>
          <p:cNvSpPr>
            <a:spLocks xmlns:a="http://schemas.openxmlformats.org/drawingml/2006/main" noGrp="1"/>
          </p:cNvSpPr>
          <p:nvPr/>
        </p:nvSpPr>
        <p:spPr>
          <a:xfrm xmlns:a="http://schemas.openxmlformats.org/drawingml/2006/main">
            <a:off x="6905625" y="39624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350" b="0">
                <a:solidFill>
                  <a:srgbClr val="657682"/>
                </a:solidFill>
                <a:latin typeface="Nimbus Sans"/>
                <a:ea typeface="Nimbus Sans"/>
                <a:cs typeface="Nimbus Sans"/>
              </a:defRPr>
            </a:defPPr>
            <a:lvl1pPr algn="ctr">
              <a:defRPr sz="1350" b="0">
                <a:solidFill>
                  <a:srgbClr val="657682"/>
                </a:solidFill>
                <a:latin typeface="Nimbus Sans"/>
                <a:ea typeface="Nimbus Sans"/>
                <a:cs typeface="Nimbus Sans"/>
              </a:defRPr>
            </a:lvl1pPr>
            <a:lvl2pPr algn="ctr">
              <a:defRPr sz="1350" b="0">
                <a:solidFill>
                  <a:srgbClr val="657682"/>
                </a:solidFill>
                <a:latin typeface="Nimbus Sans"/>
                <a:ea typeface="Nimbus Sans"/>
                <a:cs typeface="Nimbus Sans"/>
              </a:defRPr>
            </a:lvl2pPr>
            <a:lvl3pPr algn="ctr">
              <a:defRPr sz="1350" b="0">
                <a:solidFill>
                  <a:srgbClr val="657682"/>
                </a:solidFill>
                <a:latin typeface="Nimbus Sans"/>
                <a:ea typeface="Nimbus Sans"/>
                <a:cs typeface="Nimbus Sans"/>
              </a:defRPr>
            </a:lvl3pPr>
            <a:lvl4pPr algn="ctr">
              <a:defRPr sz="1350" b="0">
                <a:solidFill>
                  <a:srgbClr val="657682"/>
                </a:solidFill>
                <a:latin typeface="Nimbus Sans"/>
                <a:ea typeface="Nimbus Sans"/>
                <a:cs typeface="Nimbus Sans"/>
              </a:defRPr>
            </a:lvl4pPr>
            <a:lvl5pPr algn="ctr">
              <a:defRPr sz="1350" b="0">
                <a:solidFill>
                  <a:srgbClr val="657682"/>
                </a:solidFill>
                <a:latin typeface="Nimbus Sans"/>
                <a:ea typeface="Nimbus Sans"/>
                <a:cs typeface="Nimbus Sans"/>
              </a:defRPr>
            </a:lvl5pPr>
            <a:lvl6pPr algn="ctr">
              <a:defRPr sz="1350" b="0">
                <a:solidFill>
                  <a:srgbClr val="657682"/>
                </a:solidFill>
                <a:latin typeface="Nimbus Sans"/>
                <a:ea typeface="Nimbus Sans"/>
                <a:cs typeface="Nimbus Sans"/>
              </a:defRPr>
            </a:lvl6pPr>
            <a:lvl7pPr algn="ctr">
              <a:defRPr sz="1350" b="0">
                <a:solidFill>
                  <a:srgbClr val="657682"/>
                </a:solidFill>
                <a:latin typeface="Nimbus Sans"/>
                <a:ea typeface="Nimbus Sans"/>
                <a:cs typeface="Nimbus Sans"/>
              </a:defRPr>
            </a:lvl7pPr>
            <a:lvl8pPr algn="ctr">
              <a:defRPr sz="1350" b="0">
                <a:solidFill>
                  <a:srgbClr val="657682"/>
                </a:solidFill>
                <a:latin typeface="Nimbus Sans"/>
                <a:ea typeface="Nimbus Sans"/>
                <a:cs typeface="Nimbus Sans"/>
              </a:defRPr>
            </a:lvl8pPr>
            <a:lvl9pPr algn="ctr">
              <a:defRPr sz="1350" b="0">
                <a:solidFill>
                  <a:srgbClr val="657682"/>
                </a:solidFill>
                <a:latin typeface="Nimbus Sans"/>
                <a:ea typeface="Nimbus Sans"/>
                <a:cs typeface="Nimbus Sans"/>
              </a:defRPr>
            </a:lvl9pPr>
          </a:lstStyle>
          <a:p xmlns:a="http://schemas.openxmlformats.org/drawingml/2006/main">
            <a:pPr algn="ctr">
              <a:lnSpc>
                <a:spcPct val="108000"/>
              </a:lnSpc>
              <a:buNone/>
              <a:defRPr sz="1350" b="0">
                <a:solidFill>
                  <a:srgbClr val="657682"/>
                </a:solidFill>
                <a:latin typeface="Nimbus Sans"/>
                <a:ea typeface="Nimbus Sans"/>
                <a:cs typeface="Nimbus Sans"/>
              </a:defRPr>
            </a:pPr>
            <a:r>
              <a:rPr sz="1350" b="0">
                <a:solidFill>
                  <a:srgbClr val="657682"/>
                </a:solidFill>
                <a:latin typeface="Nimbus Sans"/>
                <a:ea typeface="Nimbus Sans"/>
                <a:cs typeface="Nimbus Sans"/>
              </a:rPr>
              <a:t>Separate letters</a:t>
            </a:r>
          </a:p>
        </p:txBody>
      </p:sp>
      <p:sp>
        <p:nvSpPr>
          <p:cNvPr id="17" name="Portal band">
            <a:extLst xmlns:a="http://schemas.openxmlformats.org/drawingml/2006/main">
              <a:ext uri="{FF2B5EF4-FFF2-40B4-BE49-F238E27FC236}">
                <a16:creationId xmlns:a16="http://schemas.microsoft.com/office/drawing/2014/main" id="{FD15AF8C-7262-4C0D-966E-A47485DF98EB}"/>
              </a:ext>
            </a:extLst>
          </p:cNvPr>
          <p:cNvSpPr>
            <a:spLocks xmlns:a="http://schemas.openxmlformats.org/drawingml/2006/main" noGrp="1"/>
          </p:cNvSpPr>
          <p:nvPr/>
        </p:nvSpPr>
        <p:spPr>
          <a:xfrm xmlns:a="http://schemas.openxmlformats.org/drawingml/2006/main">
            <a:off x="609600" y="4467225"/>
            <a:ext cx="8153400" cy="523875"/>
          </a:xfrm>
          <a:prstGeom xmlns:a="http://schemas.openxmlformats.org/drawingml/2006/main" prst="rect">
            <a:avLst/>
          </a:prstGeom>
          <a:solidFill xmlns:a="http://schemas.openxmlformats.org/drawingml/2006/main">
            <a:srgbClr val="0067A6"/>
          </a:solidFill>
          <a:ln xmlns:a="http://schemas.openxmlformats.org/drawingml/2006/main" w="0">
            <a:noFill/>
            <a:prstDash val="solid"/>
          </a:ln>
        </p:spPr>
      </p:sp>
      <p:sp>
        <p:nvSpPr>
          <p:cNvPr id="18" name="Portal band label">
            <a:extLst xmlns:a="http://schemas.openxmlformats.org/drawingml/2006/main">
              <a:ext uri="{FF2B5EF4-FFF2-40B4-BE49-F238E27FC236}">
                <a16:creationId xmlns:a16="http://schemas.microsoft.com/office/drawing/2014/main" id="{7B0FC2D8-82C6-41C8-8AC8-E72887C8D757}"/>
              </a:ext>
            </a:extLst>
          </p:cNvPr>
          <p:cNvSpPr>
            <a:spLocks xmlns:a="http://schemas.openxmlformats.org/drawingml/2006/main" noGrp="1"/>
          </p:cNvSpPr>
          <p:nvPr/>
        </p:nvSpPr>
        <p:spPr>
          <a:xfrm xmlns:a="http://schemas.openxmlformats.org/drawingml/2006/main">
            <a:off x="800100" y="45529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FFFFFF"/>
                </a:solidFill>
                <a:latin typeface="Nimbus Sans"/>
                <a:ea typeface="Nimbus Sans"/>
                <a:cs typeface="Nimbus Sans"/>
              </a:defRPr>
            </a:defPPr>
            <a:lvl1pPr algn="l">
              <a:defRPr sz="2325" b="1">
                <a:solidFill>
                  <a:srgbClr val="FFFFFF"/>
                </a:solidFill>
                <a:latin typeface="Nimbus Sans"/>
                <a:ea typeface="Nimbus Sans"/>
                <a:cs typeface="Nimbus Sans"/>
              </a:defRPr>
            </a:lvl1pPr>
            <a:lvl2pPr algn="l">
              <a:defRPr sz="2325" b="1">
                <a:solidFill>
                  <a:srgbClr val="FFFFFF"/>
                </a:solidFill>
                <a:latin typeface="Nimbus Sans"/>
                <a:ea typeface="Nimbus Sans"/>
                <a:cs typeface="Nimbus Sans"/>
              </a:defRPr>
            </a:lvl2pPr>
            <a:lvl3pPr algn="l">
              <a:defRPr sz="2325" b="1">
                <a:solidFill>
                  <a:srgbClr val="FFFFFF"/>
                </a:solidFill>
                <a:latin typeface="Nimbus Sans"/>
                <a:ea typeface="Nimbus Sans"/>
                <a:cs typeface="Nimbus Sans"/>
              </a:defRPr>
            </a:lvl3pPr>
            <a:lvl4pPr algn="l">
              <a:defRPr sz="2325" b="1">
                <a:solidFill>
                  <a:srgbClr val="FFFFFF"/>
                </a:solidFill>
                <a:latin typeface="Nimbus Sans"/>
                <a:ea typeface="Nimbus Sans"/>
                <a:cs typeface="Nimbus Sans"/>
              </a:defRPr>
            </a:lvl4pPr>
            <a:lvl5pPr algn="l">
              <a:defRPr sz="2325" b="1">
                <a:solidFill>
                  <a:srgbClr val="FFFFFF"/>
                </a:solidFill>
                <a:latin typeface="Nimbus Sans"/>
                <a:ea typeface="Nimbus Sans"/>
                <a:cs typeface="Nimbus Sans"/>
              </a:defRPr>
            </a:lvl5pPr>
            <a:lvl6pPr algn="l">
              <a:defRPr sz="2325" b="1">
                <a:solidFill>
                  <a:srgbClr val="FFFFFF"/>
                </a:solidFill>
                <a:latin typeface="Nimbus Sans"/>
                <a:ea typeface="Nimbus Sans"/>
                <a:cs typeface="Nimbus Sans"/>
              </a:defRPr>
            </a:lvl6pPr>
            <a:lvl7pPr algn="l">
              <a:defRPr sz="2325" b="1">
                <a:solidFill>
                  <a:srgbClr val="FFFFFF"/>
                </a:solidFill>
                <a:latin typeface="Nimbus Sans"/>
                <a:ea typeface="Nimbus Sans"/>
                <a:cs typeface="Nimbus Sans"/>
              </a:defRPr>
            </a:lvl7pPr>
            <a:lvl8pPr algn="l">
              <a:defRPr sz="2325" b="1">
                <a:solidFill>
                  <a:srgbClr val="FFFFFF"/>
                </a:solidFill>
                <a:latin typeface="Nimbus Sans"/>
                <a:ea typeface="Nimbus Sans"/>
                <a:cs typeface="Nimbus Sans"/>
              </a:defRPr>
            </a:lvl8pPr>
            <a:lvl9pPr algn="l">
              <a:defRPr sz="2325" b="1">
                <a:solidFill>
                  <a:srgbClr val="FFFFFF"/>
                </a:solidFill>
                <a:latin typeface="Nimbus Sans"/>
                <a:ea typeface="Nimbus Sans"/>
                <a:cs typeface="Nimbus Sans"/>
              </a:defRPr>
            </a:lvl9pPr>
          </a:lstStyle>
          <a:p xmlns:a="http://schemas.openxmlformats.org/drawingml/2006/main">
            <a:pPr algn="l">
              <a:lnSpc>
                <a:spcPct val="108000"/>
              </a:lnSpc>
              <a:buNone/>
              <a:defRPr sz="2325" b="1">
                <a:solidFill>
                  <a:srgbClr val="FFFFFF"/>
                </a:solidFill>
                <a:latin typeface="Nimbus Sans"/>
                <a:ea typeface="Nimbus Sans"/>
                <a:cs typeface="Nimbus Sans"/>
              </a:defRPr>
            </a:pPr>
            <a:r>
              <a:rPr sz="2325" b="1">
                <a:solidFill>
                  <a:srgbClr val="FFFFFF"/>
                </a:solidFill>
                <a:latin typeface="Nimbus Sans"/>
                <a:ea typeface="Nimbus Sans"/>
                <a:cs typeface="Nimbus Sans"/>
              </a:rPr>
              <a:t>SUGAM</a:t>
            </a:r>
          </a:p>
        </p:txBody>
      </p:sp>
      <p:sp>
        <p:nvSpPr>
          <p:cNvPr id="19" name="Portal band detail">
            <a:extLst xmlns:a="http://schemas.openxmlformats.org/drawingml/2006/main">
              <a:ext uri="{FF2B5EF4-FFF2-40B4-BE49-F238E27FC236}">
                <a16:creationId xmlns:a16="http://schemas.microsoft.com/office/drawing/2014/main" id="{45042B40-06B6-4024-8644-6B4BFEA9D80E}"/>
              </a:ext>
            </a:extLst>
          </p:cNvPr>
          <p:cNvSpPr>
            <a:spLocks xmlns:a="http://schemas.openxmlformats.org/drawingml/2006/main" noGrp="1"/>
          </p:cNvSpPr>
          <p:nvPr/>
        </p:nvSpPr>
        <p:spPr>
          <a:xfrm xmlns:a="http://schemas.openxmlformats.org/drawingml/2006/main">
            <a:off x="2571750" y="4629150"/>
            <a:ext cx="600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FFFFFF"/>
                </a:solidFill>
                <a:latin typeface="Nimbus Sans"/>
                <a:ea typeface="Nimbus Sans"/>
                <a:cs typeface="Nimbus Sans"/>
              </a:defRPr>
            </a:defPPr>
            <a:lvl1pPr algn="l">
              <a:defRPr sz="1725" b="0">
                <a:solidFill>
                  <a:srgbClr val="FFFFFF"/>
                </a:solidFill>
                <a:latin typeface="Nimbus Sans"/>
                <a:ea typeface="Nimbus Sans"/>
                <a:cs typeface="Nimbus Sans"/>
              </a:defRPr>
            </a:lvl1pPr>
            <a:lvl2pPr algn="l">
              <a:defRPr sz="1725" b="0">
                <a:solidFill>
                  <a:srgbClr val="FFFFFF"/>
                </a:solidFill>
                <a:latin typeface="Nimbus Sans"/>
                <a:ea typeface="Nimbus Sans"/>
                <a:cs typeface="Nimbus Sans"/>
              </a:defRPr>
            </a:lvl2pPr>
            <a:lvl3pPr algn="l">
              <a:defRPr sz="1725" b="0">
                <a:solidFill>
                  <a:srgbClr val="FFFFFF"/>
                </a:solidFill>
                <a:latin typeface="Nimbus Sans"/>
                <a:ea typeface="Nimbus Sans"/>
                <a:cs typeface="Nimbus Sans"/>
              </a:defRPr>
            </a:lvl3pPr>
            <a:lvl4pPr algn="l">
              <a:defRPr sz="1725" b="0">
                <a:solidFill>
                  <a:srgbClr val="FFFFFF"/>
                </a:solidFill>
                <a:latin typeface="Nimbus Sans"/>
                <a:ea typeface="Nimbus Sans"/>
                <a:cs typeface="Nimbus Sans"/>
              </a:defRPr>
            </a:lvl4pPr>
            <a:lvl5pPr algn="l">
              <a:defRPr sz="1725" b="0">
                <a:solidFill>
                  <a:srgbClr val="FFFFFF"/>
                </a:solidFill>
                <a:latin typeface="Nimbus Sans"/>
                <a:ea typeface="Nimbus Sans"/>
                <a:cs typeface="Nimbus Sans"/>
              </a:defRPr>
            </a:lvl5pPr>
            <a:lvl6pPr algn="l">
              <a:defRPr sz="1725" b="0">
                <a:solidFill>
                  <a:srgbClr val="FFFFFF"/>
                </a:solidFill>
                <a:latin typeface="Nimbus Sans"/>
                <a:ea typeface="Nimbus Sans"/>
                <a:cs typeface="Nimbus Sans"/>
              </a:defRPr>
            </a:lvl6pPr>
            <a:lvl7pPr algn="l">
              <a:defRPr sz="1725" b="0">
                <a:solidFill>
                  <a:srgbClr val="FFFFFF"/>
                </a:solidFill>
                <a:latin typeface="Nimbus Sans"/>
                <a:ea typeface="Nimbus Sans"/>
                <a:cs typeface="Nimbus Sans"/>
              </a:defRPr>
            </a:lvl7pPr>
            <a:lvl8pPr algn="l">
              <a:defRPr sz="1725" b="0">
                <a:solidFill>
                  <a:srgbClr val="FFFFFF"/>
                </a:solidFill>
                <a:latin typeface="Nimbus Sans"/>
                <a:ea typeface="Nimbus Sans"/>
                <a:cs typeface="Nimbus Sans"/>
              </a:defRPr>
            </a:lvl8pPr>
            <a:lvl9pPr algn="l">
              <a:defRPr sz="1725" b="0">
                <a:solidFill>
                  <a:srgbClr val="FFFFFF"/>
                </a:solidFill>
                <a:latin typeface="Nimbus Sans"/>
                <a:ea typeface="Nimbus Sans"/>
                <a:cs typeface="Nimbus Sans"/>
              </a:defRPr>
            </a:lvl9pPr>
          </a:lstStyle>
          <a:p xmlns:a="http://schemas.openxmlformats.org/drawingml/2006/main">
            <a:pPr algn="l">
              <a:lnSpc>
                <a:spcPct val="108000"/>
              </a:lnSpc>
              <a:buNone/>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Electronic submission, review and status tracking</a:t>
            </a:r>
          </a:p>
        </p:txBody>
      </p:sp>
      <p:pic>
        <p:nvPicPr>
          <p:cNvPr id="20" name="">
            <a:extLst xmlns:a="http://schemas.openxmlformats.org/drawingml/2006/main">
              <a:ext uri="{FF2B5EF4-FFF2-40B4-BE49-F238E27FC236}">
                <a16:creationId xmlns:a16="http://schemas.microsoft.com/office/drawing/2014/main" id="{AC9DC480-B6AA-4E2A-87A8-9CA6F7A3F777}"/>
              </a:ext>
            </a:extLst>
          </p:cNvPr>
          <p:cNvPicPr>
            <a:picLocks xmlns:a="http://schemas.openxmlformats.org/drawingml/2006/main" noChangeAspect="1"/>
          </p:cNvPicPr>
          <p:nvPr/>
        </p:nvPicPr>
        <p:blipFill>
          <a:blip xmlns:r="http://schemas.openxmlformats.org/officeDocument/2006/relationships" xmlns:a="http://schemas.openxmlformats.org/drawingml/2006/main" r:embed="Reaed885260a0420c">
            <a:extLst>
              <a:ext uri="{96DAC541-7B7A-43D3-8B79-37D633B846F1}">
                <asvg:svgBlip xmlns:asvg="http://schemas.microsoft.com/office/drawing/2016/SVG/main" r:embed="R2e666fd4d0884a69"/>
              </a:ext>
            </a:extLst>
          </a:blip>
          <a:stretch xmlns:a="http://schemas.openxmlformats.org/drawingml/2006/main"/>
        </p:blipFill>
        <p:spPr>
          <a:xfrm xmlns:a="http://schemas.openxmlformats.org/drawingml/2006/main">
            <a:off x="1257300" y="5257800"/>
            <a:ext cx="514350" cy="514350"/>
          </a:xfrm>
          <a:prstGeom xmlns:a="http://schemas.openxmlformats.org/drawingml/2006/main" prst="rect">
            <a:avLst/>
          </a:prstGeom>
        </p:spPr>
      </p:pic>
      <p:sp>
        <p:nvSpPr>
          <p:cNvPr id="21" name="Digital route 0">
            <a:extLst xmlns:a="http://schemas.openxmlformats.org/drawingml/2006/main">
              <a:ext uri="{FF2B5EF4-FFF2-40B4-BE49-F238E27FC236}">
                <a16:creationId xmlns:a16="http://schemas.microsoft.com/office/drawing/2014/main" id="{B75533F9-B7FD-4C29-85B1-FFE650B88390}"/>
              </a:ext>
            </a:extLst>
          </p:cNvPr>
          <p:cNvSpPr>
            <a:spLocks xmlns:a="http://schemas.openxmlformats.org/drawingml/2006/main" noGrp="1"/>
          </p:cNvSpPr>
          <p:nvPr/>
        </p:nvSpPr>
        <p:spPr>
          <a:xfrm xmlns:a="http://schemas.openxmlformats.org/drawingml/2006/main">
            <a:off x="609600" y="5943600"/>
            <a:ext cx="1809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1">
                <a:solidFill>
                  <a:srgbClr val="0067A6"/>
                </a:solidFill>
                <a:latin typeface="Nimbus Sans"/>
                <a:ea typeface="Nimbus Sans"/>
                <a:cs typeface="Nimbus Sans"/>
              </a:defRPr>
            </a:defPPr>
            <a:lvl1pPr algn="ctr">
              <a:defRPr sz="1575" b="1">
                <a:solidFill>
                  <a:srgbClr val="0067A6"/>
                </a:solidFill>
                <a:latin typeface="Nimbus Sans"/>
                <a:ea typeface="Nimbus Sans"/>
                <a:cs typeface="Nimbus Sans"/>
              </a:defRPr>
            </a:lvl1pPr>
            <a:lvl2pPr algn="ctr">
              <a:defRPr sz="1575" b="1">
                <a:solidFill>
                  <a:srgbClr val="0067A6"/>
                </a:solidFill>
                <a:latin typeface="Nimbus Sans"/>
                <a:ea typeface="Nimbus Sans"/>
                <a:cs typeface="Nimbus Sans"/>
              </a:defRPr>
            </a:lvl2pPr>
            <a:lvl3pPr algn="ctr">
              <a:defRPr sz="1575" b="1">
                <a:solidFill>
                  <a:srgbClr val="0067A6"/>
                </a:solidFill>
                <a:latin typeface="Nimbus Sans"/>
                <a:ea typeface="Nimbus Sans"/>
                <a:cs typeface="Nimbus Sans"/>
              </a:defRPr>
            </a:lvl3pPr>
            <a:lvl4pPr algn="ctr">
              <a:defRPr sz="1575" b="1">
                <a:solidFill>
                  <a:srgbClr val="0067A6"/>
                </a:solidFill>
                <a:latin typeface="Nimbus Sans"/>
                <a:ea typeface="Nimbus Sans"/>
                <a:cs typeface="Nimbus Sans"/>
              </a:defRPr>
            </a:lvl4pPr>
            <a:lvl5pPr algn="ctr">
              <a:defRPr sz="1575" b="1">
                <a:solidFill>
                  <a:srgbClr val="0067A6"/>
                </a:solidFill>
                <a:latin typeface="Nimbus Sans"/>
                <a:ea typeface="Nimbus Sans"/>
                <a:cs typeface="Nimbus Sans"/>
              </a:defRPr>
            </a:lvl5pPr>
            <a:lvl6pPr algn="ctr">
              <a:defRPr sz="1575" b="1">
                <a:solidFill>
                  <a:srgbClr val="0067A6"/>
                </a:solidFill>
                <a:latin typeface="Nimbus Sans"/>
                <a:ea typeface="Nimbus Sans"/>
                <a:cs typeface="Nimbus Sans"/>
              </a:defRPr>
            </a:lvl6pPr>
            <a:lvl7pPr algn="ctr">
              <a:defRPr sz="1575" b="1">
                <a:solidFill>
                  <a:srgbClr val="0067A6"/>
                </a:solidFill>
                <a:latin typeface="Nimbus Sans"/>
                <a:ea typeface="Nimbus Sans"/>
                <a:cs typeface="Nimbus Sans"/>
              </a:defRPr>
            </a:lvl7pPr>
            <a:lvl8pPr algn="ctr">
              <a:defRPr sz="1575" b="1">
                <a:solidFill>
                  <a:srgbClr val="0067A6"/>
                </a:solidFill>
                <a:latin typeface="Nimbus Sans"/>
                <a:ea typeface="Nimbus Sans"/>
                <a:cs typeface="Nimbus Sans"/>
              </a:defRPr>
            </a:lvl8pPr>
            <a:lvl9pPr algn="ctr">
              <a:defRPr sz="1575" b="1">
                <a:solidFill>
                  <a:srgbClr val="0067A6"/>
                </a:solidFill>
                <a:latin typeface="Nimbus Sans"/>
                <a:ea typeface="Nimbus Sans"/>
                <a:cs typeface="Nimbus Sans"/>
              </a:defRPr>
            </a:lvl9pPr>
          </a:lstStyle>
          <a:p xmlns:a="http://schemas.openxmlformats.org/drawingml/2006/main">
            <a:pPr algn="ctr">
              <a:lnSpc>
                <a:spcPct val="108000"/>
              </a:lnSpc>
              <a:buNone/>
              <a:defRPr sz="1575" b="1">
                <a:solidFill>
                  <a:srgbClr val="0067A6"/>
                </a:solidFill>
                <a:latin typeface="Nimbus Sans"/>
                <a:ea typeface="Nimbus Sans"/>
                <a:cs typeface="Nimbus Sans"/>
              </a:defRPr>
            </a:pPr>
            <a:r>
              <a:rPr sz="1575" b="1">
                <a:solidFill>
                  <a:srgbClr val="0067A6"/>
                </a:solidFill>
                <a:latin typeface="Nimbus Sans"/>
                <a:ea typeface="Nimbus Sans"/>
                <a:cs typeface="Nimbus Sans"/>
              </a:rPr>
              <a:t>Upload dossier</a:t>
            </a:r>
          </a:p>
        </p:txBody>
      </p:sp>
      <p:pic>
        <p:nvPicPr>
          <p:cNvPr id="22" name="">
            <a:extLst xmlns:a="http://schemas.openxmlformats.org/drawingml/2006/main">
              <a:ext uri="{FF2B5EF4-FFF2-40B4-BE49-F238E27FC236}">
                <a16:creationId xmlns:a16="http://schemas.microsoft.com/office/drawing/2014/main" id="{902CD41F-AB6D-412F-BDD4-F76B0FDAD840}"/>
              </a:ext>
            </a:extLst>
          </p:cNvPr>
          <p:cNvPicPr>
            <a:picLocks xmlns:a="http://schemas.openxmlformats.org/drawingml/2006/main" noChangeAspect="1"/>
          </p:cNvPicPr>
          <p:nvPr/>
        </p:nvPicPr>
        <p:blipFill>
          <a:blip xmlns:r="http://schemas.openxmlformats.org/officeDocument/2006/relationships" xmlns:a="http://schemas.openxmlformats.org/drawingml/2006/main" r:embed="R322800ddb1cf4cf4">
            <a:extLst>
              <a:ext uri="{96DAC541-7B7A-43D3-8B79-37D633B846F1}">
                <asvg:svgBlip xmlns:asvg="http://schemas.microsoft.com/office/drawing/2016/SVG/main" r:embed="R67007e2893324bcc"/>
              </a:ext>
            </a:extLst>
          </a:blip>
          <a:stretch xmlns:a="http://schemas.openxmlformats.org/drawingml/2006/main"/>
        </p:blipFill>
        <p:spPr>
          <a:xfrm xmlns:a="http://schemas.openxmlformats.org/drawingml/2006/main">
            <a:off x="3371850" y="5257800"/>
            <a:ext cx="514350" cy="514350"/>
          </a:xfrm>
          <a:prstGeom xmlns:a="http://schemas.openxmlformats.org/drawingml/2006/main" prst="rect">
            <a:avLst/>
          </a:prstGeom>
        </p:spPr>
      </p:pic>
      <p:sp>
        <p:nvSpPr>
          <p:cNvPr id="23" name="Digital route 1">
            <a:extLst xmlns:a="http://schemas.openxmlformats.org/drawingml/2006/main">
              <a:ext uri="{FF2B5EF4-FFF2-40B4-BE49-F238E27FC236}">
                <a16:creationId xmlns:a16="http://schemas.microsoft.com/office/drawing/2014/main" id="{8AB54E3A-4B74-4011-B182-08CE4CBE8C59}"/>
              </a:ext>
            </a:extLst>
          </p:cNvPr>
          <p:cNvSpPr>
            <a:spLocks xmlns:a="http://schemas.openxmlformats.org/drawingml/2006/main" noGrp="1"/>
          </p:cNvSpPr>
          <p:nvPr/>
        </p:nvSpPr>
        <p:spPr>
          <a:xfrm xmlns:a="http://schemas.openxmlformats.org/drawingml/2006/main">
            <a:off x="2724150" y="5943600"/>
            <a:ext cx="1809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1">
                <a:solidFill>
                  <a:srgbClr val="0067A6"/>
                </a:solidFill>
                <a:latin typeface="Nimbus Sans"/>
                <a:ea typeface="Nimbus Sans"/>
                <a:cs typeface="Nimbus Sans"/>
              </a:defRPr>
            </a:defPPr>
            <a:lvl1pPr algn="ctr">
              <a:defRPr sz="1575" b="1">
                <a:solidFill>
                  <a:srgbClr val="0067A6"/>
                </a:solidFill>
                <a:latin typeface="Nimbus Sans"/>
                <a:ea typeface="Nimbus Sans"/>
                <a:cs typeface="Nimbus Sans"/>
              </a:defRPr>
            </a:lvl1pPr>
            <a:lvl2pPr algn="ctr">
              <a:defRPr sz="1575" b="1">
                <a:solidFill>
                  <a:srgbClr val="0067A6"/>
                </a:solidFill>
                <a:latin typeface="Nimbus Sans"/>
                <a:ea typeface="Nimbus Sans"/>
                <a:cs typeface="Nimbus Sans"/>
              </a:defRPr>
            </a:lvl2pPr>
            <a:lvl3pPr algn="ctr">
              <a:defRPr sz="1575" b="1">
                <a:solidFill>
                  <a:srgbClr val="0067A6"/>
                </a:solidFill>
                <a:latin typeface="Nimbus Sans"/>
                <a:ea typeface="Nimbus Sans"/>
                <a:cs typeface="Nimbus Sans"/>
              </a:defRPr>
            </a:lvl3pPr>
            <a:lvl4pPr algn="ctr">
              <a:defRPr sz="1575" b="1">
                <a:solidFill>
                  <a:srgbClr val="0067A6"/>
                </a:solidFill>
                <a:latin typeface="Nimbus Sans"/>
                <a:ea typeface="Nimbus Sans"/>
                <a:cs typeface="Nimbus Sans"/>
              </a:defRPr>
            </a:lvl4pPr>
            <a:lvl5pPr algn="ctr">
              <a:defRPr sz="1575" b="1">
                <a:solidFill>
                  <a:srgbClr val="0067A6"/>
                </a:solidFill>
                <a:latin typeface="Nimbus Sans"/>
                <a:ea typeface="Nimbus Sans"/>
                <a:cs typeface="Nimbus Sans"/>
              </a:defRPr>
            </a:lvl5pPr>
            <a:lvl6pPr algn="ctr">
              <a:defRPr sz="1575" b="1">
                <a:solidFill>
                  <a:srgbClr val="0067A6"/>
                </a:solidFill>
                <a:latin typeface="Nimbus Sans"/>
                <a:ea typeface="Nimbus Sans"/>
                <a:cs typeface="Nimbus Sans"/>
              </a:defRPr>
            </a:lvl6pPr>
            <a:lvl7pPr algn="ctr">
              <a:defRPr sz="1575" b="1">
                <a:solidFill>
                  <a:srgbClr val="0067A6"/>
                </a:solidFill>
                <a:latin typeface="Nimbus Sans"/>
                <a:ea typeface="Nimbus Sans"/>
                <a:cs typeface="Nimbus Sans"/>
              </a:defRPr>
            </a:lvl7pPr>
            <a:lvl8pPr algn="ctr">
              <a:defRPr sz="1575" b="1">
                <a:solidFill>
                  <a:srgbClr val="0067A6"/>
                </a:solidFill>
                <a:latin typeface="Nimbus Sans"/>
                <a:ea typeface="Nimbus Sans"/>
                <a:cs typeface="Nimbus Sans"/>
              </a:defRPr>
            </a:lvl8pPr>
            <a:lvl9pPr algn="ctr">
              <a:defRPr sz="1575" b="1">
                <a:solidFill>
                  <a:srgbClr val="0067A6"/>
                </a:solidFill>
                <a:latin typeface="Nimbus Sans"/>
                <a:ea typeface="Nimbus Sans"/>
                <a:cs typeface="Nimbus Sans"/>
              </a:defRPr>
            </a:lvl9pPr>
          </a:lstStyle>
          <a:p xmlns:a="http://schemas.openxmlformats.org/drawingml/2006/main">
            <a:pPr algn="ctr">
              <a:lnSpc>
                <a:spcPct val="108000"/>
              </a:lnSpc>
              <a:buNone/>
              <a:defRPr sz="1575" b="1">
                <a:solidFill>
                  <a:srgbClr val="0067A6"/>
                </a:solidFill>
                <a:latin typeface="Nimbus Sans"/>
                <a:ea typeface="Nimbus Sans"/>
                <a:cs typeface="Nimbus Sans"/>
              </a:defRPr>
            </a:pPr>
            <a:r>
              <a:rPr sz="1575" b="1">
                <a:solidFill>
                  <a:srgbClr val="0067A6"/>
                </a:solidFill>
                <a:latin typeface="Nimbus Sans"/>
                <a:ea typeface="Nimbus Sans"/>
                <a:cs typeface="Nimbus Sans"/>
              </a:rPr>
              <a:t>Respond online</a:t>
            </a:r>
          </a:p>
        </p:txBody>
      </p:sp>
      <p:pic>
        <p:nvPicPr>
          <p:cNvPr id="24" name="">
            <a:extLst xmlns:a="http://schemas.openxmlformats.org/drawingml/2006/main">
              <a:ext uri="{FF2B5EF4-FFF2-40B4-BE49-F238E27FC236}">
                <a16:creationId xmlns:a16="http://schemas.microsoft.com/office/drawing/2014/main" id="{70BD2FA4-91BB-476B-990E-7EE3E92DBF4A}"/>
              </a:ext>
            </a:extLst>
          </p:cNvPr>
          <p:cNvPicPr>
            <a:picLocks xmlns:a="http://schemas.openxmlformats.org/drawingml/2006/main" noChangeAspect="1"/>
          </p:cNvPicPr>
          <p:nvPr/>
        </p:nvPicPr>
        <p:blipFill>
          <a:blip xmlns:r="http://schemas.openxmlformats.org/officeDocument/2006/relationships" xmlns:a="http://schemas.openxmlformats.org/drawingml/2006/main" r:embed="Rcf38b29c34ec4a39">
            <a:extLst>
              <a:ext uri="{96DAC541-7B7A-43D3-8B79-37D633B846F1}">
                <asvg:svgBlip xmlns:asvg="http://schemas.microsoft.com/office/drawing/2016/SVG/main" r:embed="R9eff57180ed04202"/>
              </a:ext>
            </a:extLst>
          </a:blip>
          <a:stretch xmlns:a="http://schemas.openxmlformats.org/drawingml/2006/main"/>
        </p:blipFill>
        <p:spPr>
          <a:xfrm xmlns:a="http://schemas.openxmlformats.org/drawingml/2006/main">
            <a:off x="5486400" y="5257800"/>
            <a:ext cx="514350" cy="514350"/>
          </a:xfrm>
          <a:prstGeom xmlns:a="http://schemas.openxmlformats.org/drawingml/2006/main" prst="rect">
            <a:avLst/>
          </a:prstGeom>
        </p:spPr>
      </p:pic>
      <p:sp>
        <p:nvSpPr>
          <p:cNvPr id="25" name="Digital route 2">
            <a:extLst xmlns:a="http://schemas.openxmlformats.org/drawingml/2006/main">
              <a:ext uri="{FF2B5EF4-FFF2-40B4-BE49-F238E27FC236}">
                <a16:creationId xmlns:a16="http://schemas.microsoft.com/office/drawing/2014/main" id="{9F67B295-71AD-4A36-8450-B170BEF0BBB2}"/>
              </a:ext>
            </a:extLst>
          </p:cNvPr>
          <p:cNvSpPr>
            <a:spLocks xmlns:a="http://schemas.openxmlformats.org/drawingml/2006/main" noGrp="1"/>
          </p:cNvSpPr>
          <p:nvPr/>
        </p:nvSpPr>
        <p:spPr>
          <a:xfrm xmlns:a="http://schemas.openxmlformats.org/drawingml/2006/main">
            <a:off x="4838700" y="5943600"/>
            <a:ext cx="1809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1">
                <a:solidFill>
                  <a:srgbClr val="0067A6"/>
                </a:solidFill>
                <a:latin typeface="Nimbus Sans"/>
                <a:ea typeface="Nimbus Sans"/>
                <a:cs typeface="Nimbus Sans"/>
              </a:defRPr>
            </a:defPPr>
            <a:lvl1pPr algn="ctr">
              <a:defRPr sz="1575" b="1">
                <a:solidFill>
                  <a:srgbClr val="0067A6"/>
                </a:solidFill>
                <a:latin typeface="Nimbus Sans"/>
                <a:ea typeface="Nimbus Sans"/>
                <a:cs typeface="Nimbus Sans"/>
              </a:defRPr>
            </a:lvl1pPr>
            <a:lvl2pPr algn="ctr">
              <a:defRPr sz="1575" b="1">
                <a:solidFill>
                  <a:srgbClr val="0067A6"/>
                </a:solidFill>
                <a:latin typeface="Nimbus Sans"/>
                <a:ea typeface="Nimbus Sans"/>
                <a:cs typeface="Nimbus Sans"/>
              </a:defRPr>
            </a:lvl2pPr>
            <a:lvl3pPr algn="ctr">
              <a:defRPr sz="1575" b="1">
                <a:solidFill>
                  <a:srgbClr val="0067A6"/>
                </a:solidFill>
                <a:latin typeface="Nimbus Sans"/>
                <a:ea typeface="Nimbus Sans"/>
                <a:cs typeface="Nimbus Sans"/>
              </a:defRPr>
            </a:lvl3pPr>
            <a:lvl4pPr algn="ctr">
              <a:defRPr sz="1575" b="1">
                <a:solidFill>
                  <a:srgbClr val="0067A6"/>
                </a:solidFill>
                <a:latin typeface="Nimbus Sans"/>
                <a:ea typeface="Nimbus Sans"/>
                <a:cs typeface="Nimbus Sans"/>
              </a:defRPr>
            </a:lvl4pPr>
            <a:lvl5pPr algn="ctr">
              <a:defRPr sz="1575" b="1">
                <a:solidFill>
                  <a:srgbClr val="0067A6"/>
                </a:solidFill>
                <a:latin typeface="Nimbus Sans"/>
                <a:ea typeface="Nimbus Sans"/>
                <a:cs typeface="Nimbus Sans"/>
              </a:defRPr>
            </a:lvl5pPr>
            <a:lvl6pPr algn="ctr">
              <a:defRPr sz="1575" b="1">
                <a:solidFill>
                  <a:srgbClr val="0067A6"/>
                </a:solidFill>
                <a:latin typeface="Nimbus Sans"/>
                <a:ea typeface="Nimbus Sans"/>
                <a:cs typeface="Nimbus Sans"/>
              </a:defRPr>
            </a:lvl6pPr>
            <a:lvl7pPr algn="ctr">
              <a:defRPr sz="1575" b="1">
                <a:solidFill>
                  <a:srgbClr val="0067A6"/>
                </a:solidFill>
                <a:latin typeface="Nimbus Sans"/>
                <a:ea typeface="Nimbus Sans"/>
                <a:cs typeface="Nimbus Sans"/>
              </a:defRPr>
            </a:lvl7pPr>
            <a:lvl8pPr algn="ctr">
              <a:defRPr sz="1575" b="1">
                <a:solidFill>
                  <a:srgbClr val="0067A6"/>
                </a:solidFill>
                <a:latin typeface="Nimbus Sans"/>
                <a:ea typeface="Nimbus Sans"/>
                <a:cs typeface="Nimbus Sans"/>
              </a:defRPr>
            </a:lvl8pPr>
            <a:lvl9pPr algn="ctr">
              <a:defRPr sz="1575" b="1">
                <a:solidFill>
                  <a:srgbClr val="0067A6"/>
                </a:solidFill>
                <a:latin typeface="Nimbus Sans"/>
                <a:ea typeface="Nimbus Sans"/>
                <a:cs typeface="Nimbus Sans"/>
              </a:defRPr>
            </a:lvl9pPr>
          </a:lstStyle>
          <a:p xmlns:a="http://schemas.openxmlformats.org/drawingml/2006/main">
            <a:pPr algn="ctr">
              <a:lnSpc>
                <a:spcPct val="108000"/>
              </a:lnSpc>
              <a:buNone/>
              <a:defRPr sz="1575" b="1">
                <a:solidFill>
                  <a:srgbClr val="0067A6"/>
                </a:solidFill>
                <a:latin typeface="Nimbus Sans"/>
                <a:ea typeface="Nimbus Sans"/>
                <a:cs typeface="Nimbus Sans"/>
              </a:defRPr>
            </a:pPr>
            <a:r>
              <a:rPr sz="1575" b="1">
                <a:solidFill>
                  <a:srgbClr val="0067A6"/>
                </a:solidFill>
                <a:latin typeface="Nimbus Sans"/>
                <a:ea typeface="Nimbus Sans"/>
                <a:cs typeface="Nimbus Sans"/>
              </a:rPr>
              <a:t>Digital workflow</a:t>
            </a:r>
          </a:p>
        </p:txBody>
      </p:sp>
      <p:pic>
        <p:nvPicPr>
          <p:cNvPr id="26" name="">
            <a:extLst xmlns:a="http://schemas.openxmlformats.org/drawingml/2006/main">
              <a:ext uri="{FF2B5EF4-FFF2-40B4-BE49-F238E27FC236}">
                <a16:creationId xmlns:a16="http://schemas.microsoft.com/office/drawing/2014/main" id="{774C4658-8447-4ADC-B326-2CEC43F4FA76}"/>
              </a:ext>
            </a:extLst>
          </p:cNvPr>
          <p:cNvPicPr>
            <a:picLocks xmlns:a="http://schemas.openxmlformats.org/drawingml/2006/main" noChangeAspect="1"/>
          </p:cNvPicPr>
          <p:nvPr/>
        </p:nvPicPr>
        <p:blipFill>
          <a:blip xmlns:r="http://schemas.openxmlformats.org/officeDocument/2006/relationships" xmlns:a="http://schemas.openxmlformats.org/drawingml/2006/main" r:embed="Rad643c82fd5244f2">
            <a:extLst>
              <a:ext uri="{96DAC541-7B7A-43D3-8B79-37D633B846F1}">
                <asvg:svgBlip xmlns:asvg="http://schemas.microsoft.com/office/drawing/2016/SVG/main" r:embed="Rfdc1e07fae124584"/>
              </a:ext>
            </a:extLst>
          </a:blip>
          <a:stretch xmlns:a="http://schemas.openxmlformats.org/drawingml/2006/main"/>
        </p:blipFill>
        <p:spPr>
          <a:xfrm xmlns:a="http://schemas.openxmlformats.org/drawingml/2006/main">
            <a:off x="7600950" y="5257800"/>
            <a:ext cx="514350" cy="514350"/>
          </a:xfrm>
          <a:prstGeom xmlns:a="http://schemas.openxmlformats.org/drawingml/2006/main" prst="rect">
            <a:avLst/>
          </a:prstGeom>
        </p:spPr>
      </p:pic>
      <p:sp>
        <p:nvSpPr>
          <p:cNvPr id="27" name="Digital route 3">
            <a:extLst xmlns:a="http://schemas.openxmlformats.org/drawingml/2006/main">
              <a:ext uri="{FF2B5EF4-FFF2-40B4-BE49-F238E27FC236}">
                <a16:creationId xmlns:a16="http://schemas.microsoft.com/office/drawing/2014/main" id="{44C208F0-8F28-47D6-808E-28369511360E}"/>
              </a:ext>
            </a:extLst>
          </p:cNvPr>
          <p:cNvSpPr>
            <a:spLocks xmlns:a="http://schemas.openxmlformats.org/drawingml/2006/main" noGrp="1"/>
          </p:cNvSpPr>
          <p:nvPr/>
        </p:nvSpPr>
        <p:spPr>
          <a:xfrm xmlns:a="http://schemas.openxmlformats.org/drawingml/2006/main">
            <a:off x="6953250" y="5943600"/>
            <a:ext cx="1809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1">
                <a:solidFill>
                  <a:srgbClr val="0067A6"/>
                </a:solidFill>
                <a:latin typeface="Nimbus Sans"/>
                <a:ea typeface="Nimbus Sans"/>
                <a:cs typeface="Nimbus Sans"/>
              </a:defRPr>
            </a:defPPr>
            <a:lvl1pPr algn="ctr">
              <a:defRPr sz="1575" b="1">
                <a:solidFill>
                  <a:srgbClr val="0067A6"/>
                </a:solidFill>
                <a:latin typeface="Nimbus Sans"/>
                <a:ea typeface="Nimbus Sans"/>
                <a:cs typeface="Nimbus Sans"/>
              </a:defRPr>
            </a:lvl1pPr>
            <a:lvl2pPr algn="ctr">
              <a:defRPr sz="1575" b="1">
                <a:solidFill>
                  <a:srgbClr val="0067A6"/>
                </a:solidFill>
                <a:latin typeface="Nimbus Sans"/>
                <a:ea typeface="Nimbus Sans"/>
                <a:cs typeface="Nimbus Sans"/>
              </a:defRPr>
            </a:lvl2pPr>
            <a:lvl3pPr algn="ctr">
              <a:defRPr sz="1575" b="1">
                <a:solidFill>
                  <a:srgbClr val="0067A6"/>
                </a:solidFill>
                <a:latin typeface="Nimbus Sans"/>
                <a:ea typeface="Nimbus Sans"/>
                <a:cs typeface="Nimbus Sans"/>
              </a:defRPr>
            </a:lvl3pPr>
            <a:lvl4pPr algn="ctr">
              <a:defRPr sz="1575" b="1">
                <a:solidFill>
                  <a:srgbClr val="0067A6"/>
                </a:solidFill>
                <a:latin typeface="Nimbus Sans"/>
                <a:ea typeface="Nimbus Sans"/>
                <a:cs typeface="Nimbus Sans"/>
              </a:defRPr>
            </a:lvl4pPr>
            <a:lvl5pPr algn="ctr">
              <a:defRPr sz="1575" b="1">
                <a:solidFill>
                  <a:srgbClr val="0067A6"/>
                </a:solidFill>
                <a:latin typeface="Nimbus Sans"/>
                <a:ea typeface="Nimbus Sans"/>
                <a:cs typeface="Nimbus Sans"/>
              </a:defRPr>
            </a:lvl5pPr>
            <a:lvl6pPr algn="ctr">
              <a:defRPr sz="1575" b="1">
                <a:solidFill>
                  <a:srgbClr val="0067A6"/>
                </a:solidFill>
                <a:latin typeface="Nimbus Sans"/>
                <a:ea typeface="Nimbus Sans"/>
                <a:cs typeface="Nimbus Sans"/>
              </a:defRPr>
            </a:lvl6pPr>
            <a:lvl7pPr algn="ctr">
              <a:defRPr sz="1575" b="1">
                <a:solidFill>
                  <a:srgbClr val="0067A6"/>
                </a:solidFill>
                <a:latin typeface="Nimbus Sans"/>
                <a:ea typeface="Nimbus Sans"/>
                <a:cs typeface="Nimbus Sans"/>
              </a:defRPr>
            </a:lvl7pPr>
            <a:lvl8pPr algn="ctr">
              <a:defRPr sz="1575" b="1">
                <a:solidFill>
                  <a:srgbClr val="0067A6"/>
                </a:solidFill>
                <a:latin typeface="Nimbus Sans"/>
                <a:ea typeface="Nimbus Sans"/>
                <a:cs typeface="Nimbus Sans"/>
              </a:defRPr>
            </a:lvl8pPr>
            <a:lvl9pPr algn="ctr">
              <a:defRPr sz="1575" b="1">
                <a:solidFill>
                  <a:srgbClr val="0067A6"/>
                </a:solidFill>
                <a:latin typeface="Nimbus Sans"/>
                <a:ea typeface="Nimbus Sans"/>
                <a:cs typeface="Nimbus Sans"/>
              </a:defRPr>
            </a:lvl9pPr>
          </a:lstStyle>
          <a:p xmlns:a="http://schemas.openxmlformats.org/drawingml/2006/main">
            <a:pPr algn="ctr">
              <a:lnSpc>
                <a:spcPct val="108000"/>
              </a:lnSpc>
              <a:buNone/>
              <a:defRPr sz="1575" b="1">
                <a:solidFill>
                  <a:srgbClr val="0067A6"/>
                </a:solidFill>
                <a:latin typeface="Nimbus Sans"/>
                <a:ea typeface="Nimbus Sans"/>
                <a:cs typeface="Nimbus Sans"/>
              </a:defRPr>
            </a:pPr>
            <a:r>
              <a:rPr sz="1575" b="1">
                <a:solidFill>
                  <a:srgbClr val="0067A6"/>
                </a:solidFill>
                <a:latin typeface="Nimbus Sans"/>
                <a:ea typeface="Nimbus Sans"/>
                <a:cs typeface="Nimbus Sans"/>
              </a:rPr>
              <a:t>Submit changes</a:t>
            </a:r>
          </a:p>
        </p:txBody>
      </p:sp>
      <p:sp>
        <p:nvSpPr>
          <p:cNvPr id="28" name="Separate gates">
            <a:extLst xmlns:a="http://schemas.openxmlformats.org/drawingml/2006/main">
              <a:ext uri="{FF2B5EF4-FFF2-40B4-BE49-F238E27FC236}">
                <a16:creationId xmlns:a16="http://schemas.microsoft.com/office/drawing/2014/main" id="{8D44812F-F326-4A3E-B93F-CA977FC29259}"/>
              </a:ext>
            </a:extLst>
          </p:cNvPr>
          <p:cNvSpPr>
            <a:spLocks xmlns:a="http://schemas.openxmlformats.org/drawingml/2006/main" noGrp="1"/>
          </p:cNvSpPr>
          <p:nvPr/>
        </p:nvSpPr>
        <p:spPr>
          <a:xfrm xmlns:a="http://schemas.openxmlformats.org/drawingml/2006/main">
            <a:off x="609600" y="6467475"/>
            <a:ext cx="8153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243746"/>
                </a:solidFill>
                <a:latin typeface="Nimbus Sans"/>
                <a:ea typeface="Nimbus Sans"/>
                <a:cs typeface="Nimbus Sans"/>
              </a:defRPr>
            </a:defPPr>
            <a:lvl1pPr algn="l">
              <a:defRPr sz="1575" b="0">
                <a:solidFill>
                  <a:srgbClr val="243746"/>
                </a:solidFill>
                <a:latin typeface="Nimbus Sans"/>
                <a:ea typeface="Nimbus Sans"/>
                <a:cs typeface="Nimbus Sans"/>
              </a:defRPr>
            </a:lvl1pPr>
            <a:lvl2pPr algn="l">
              <a:defRPr sz="1575" b="0">
                <a:solidFill>
                  <a:srgbClr val="243746"/>
                </a:solidFill>
                <a:latin typeface="Nimbus Sans"/>
                <a:ea typeface="Nimbus Sans"/>
                <a:cs typeface="Nimbus Sans"/>
              </a:defRPr>
            </a:lvl2pPr>
            <a:lvl3pPr algn="l">
              <a:defRPr sz="1575" b="0">
                <a:solidFill>
                  <a:srgbClr val="243746"/>
                </a:solidFill>
                <a:latin typeface="Nimbus Sans"/>
                <a:ea typeface="Nimbus Sans"/>
                <a:cs typeface="Nimbus Sans"/>
              </a:defRPr>
            </a:lvl3pPr>
            <a:lvl4pPr algn="l">
              <a:defRPr sz="1575" b="0">
                <a:solidFill>
                  <a:srgbClr val="243746"/>
                </a:solidFill>
                <a:latin typeface="Nimbus Sans"/>
                <a:ea typeface="Nimbus Sans"/>
                <a:cs typeface="Nimbus Sans"/>
              </a:defRPr>
            </a:lvl4pPr>
            <a:lvl5pPr algn="l">
              <a:defRPr sz="1575" b="0">
                <a:solidFill>
                  <a:srgbClr val="243746"/>
                </a:solidFill>
                <a:latin typeface="Nimbus Sans"/>
                <a:ea typeface="Nimbus Sans"/>
                <a:cs typeface="Nimbus Sans"/>
              </a:defRPr>
            </a:lvl5pPr>
            <a:lvl6pPr algn="l">
              <a:defRPr sz="1575" b="0">
                <a:solidFill>
                  <a:srgbClr val="243746"/>
                </a:solidFill>
                <a:latin typeface="Nimbus Sans"/>
                <a:ea typeface="Nimbus Sans"/>
                <a:cs typeface="Nimbus Sans"/>
              </a:defRPr>
            </a:lvl6pPr>
            <a:lvl7pPr algn="l">
              <a:defRPr sz="1575" b="0">
                <a:solidFill>
                  <a:srgbClr val="243746"/>
                </a:solidFill>
                <a:latin typeface="Nimbus Sans"/>
                <a:ea typeface="Nimbus Sans"/>
                <a:cs typeface="Nimbus Sans"/>
              </a:defRPr>
            </a:lvl7pPr>
            <a:lvl8pPr algn="l">
              <a:defRPr sz="1575" b="0">
                <a:solidFill>
                  <a:srgbClr val="243746"/>
                </a:solidFill>
                <a:latin typeface="Nimbus Sans"/>
                <a:ea typeface="Nimbus Sans"/>
                <a:cs typeface="Nimbus Sans"/>
              </a:defRPr>
            </a:lvl8pPr>
            <a:lvl9pPr algn="l">
              <a:defRPr sz="1575" b="0">
                <a:solidFill>
                  <a:srgbClr val="243746"/>
                </a:solidFill>
                <a:latin typeface="Nimbus Sans"/>
                <a:ea typeface="Nimbus Sans"/>
                <a:cs typeface="Nimbus Sans"/>
              </a:defRPr>
            </a:lvl9pPr>
          </a:lstStyle>
          <a:p xmlns:a="http://schemas.openxmlformats.org/drawingml/2006/main">
            <a:pPr algn="l">
              <a:lnSpc>
                <a:spcPct val="108000"/>
              </a:lnSpc>
              <a:buNone/>
              <a:defRPr sz="1575" b="0">
                <a:solidFill>
                  <a:srgbClr val="243746"/>
                </a:solidFill>
                <a:latin typeface="Nimbus Sans"/>
                <a:ea typeface="Nimbus Sans"/>
                <a:cs typeface="Nimbus Sans"/>
              </a:defRPr>
            </a:pPr>
            <a:r>
              <a:rPr sz="1575" b="0">
                <a:solidFill>
                  <a:srgbClr val="243746"/>
                </a:solidFill>
                <a:latin typeface="Nimbus Sans"/>
                <a:ea typeface="Nimbus Sans"/>
                <a:cs typeface="Nimbus Sans"/>
              </a:rPr>
              <a:t>Ethics approval and prospective CTRI registration remain separate requirements</a:t>
            </a:r>
          </a:p>
        </p:txBody>
      </p:sp>
      <p:sp>
        <p:nvSpPr>
          <p:cNvPr id="29" name="Column separator">
            <a:extLst xmlns:a="http://schemas.openxmlformats.org/drawingml/2006/main">
              <a:ext uri="{FF2B5EF4-FFF2-40B4-BE49-F238E27FC236}">
                <a16:creationId xmlns:a16="http://schemas.microsoft.com/office/drawing/2014/main" id="{9328B641-C10D-4437-9D57-7ED1416C2707}"/>
              </a:ext>
            </a:extLst>
          </p:cNvPr>
          <p:cNvSpPr>
            <a:spLocks xmlns:a="http://schemas.openxmlformats.org/drawingml/2006/main" noGrp="1"/>
          </p:cNvSpPr>
          <p:nvPr/>
        </p:nvSpPr>
        <p:spPr>
          <a:xfrm xmlns:a="http://schemas.openxmlformats.org/drawingml/2006/main">
            <a:off x="9172575" y="1838325"/>
            <a:ext cx="9525" cy="4924425"/>
          </a:xfrm>
          <a:prstGeom xmlns:a="http://schemas.openxmlformats.org/drawingml/2006/main" prst="rect">
            <a:avLst/>
          </a:prstGeom>
          <a:solidFill xmlns:a="http://schemas.openxmlformats.org/drawingml/2006/main">
            <a:srgbClr val="D8E2E9"/>
          </a:solidFill>
          <a:ln xmlns:a="http://schemas.openxmlformats.org/drawingml/2006/main" w="0">
            <a:noFill/>
            <a:prstDash val="solid"/>
          </a:ln>
        </p:spPr>
      </p:sp>
      <p:sp>
        <p:nvSpPr>
          <p:cNvPr id="30" name="Chart heading">
            <a:extLst xmlns:a="http://schemas.openxmlformats.org/drawingml/2006/main">
              <a:ext uri="{FF2B5EF4-FFF2-40B4-BE49-F238E27FC236}">
                <a16:creationId xmlns:a16="http://schemas.microsoft.com/office/drawing/2014/main" id="{5844A755-BC91-403C-88B3-6D83ABC365F6}"/>
              </a:ext>
            </a:extLst>
          </p:cNvPr>
          <p:cNvSpPr>
            <a:spLocks xmlns:a="http://schemas.openxmlformats.org/drawingml/2006/main" noGrp="1"/>
          </p:cNvSpPr>
          <p:nvPr/>
        </p:nvSpPr>
        <p:spPr>
          <a:xfrm xmlns:a="http://schemas.openxmlformats.org/drawingml/2006/main">
            <a:off x="9563100" y="1809750"/>
            <a:ext cx="5067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a:solidFill>
                  <a:srgbClr val="00446C"/>
                </a:solidFill>
                <a:latin typeface="Nimbus Sans"/>
                <a:ea typeface="Nimbus Sans"/>
                <a:cs typeface="Nimbus Sans"/>
              </a:defRPr>
            </a:defPPr>
            <a:lvl1pPr algn="l">
              <a:defRPr sz="2025" b="1">
                <a:solidFill>
                  <a:srgbClr val="00446C"/>
                </a:solidFill>
                <a:latin typeface="Nimbus Sans"/>
                <a:ea typeface="Nimbus Sans"/>
                <a:cs typeface="Nimbus Sans"/>
              </a:defRPr>
            </a:lvl1pPr>
            <a:lvl2pPr algn="l">
              <a:defRPr sz="2025" b="1">
                <a:solidFill>
                  <a:srgbClr val="00446C"/>
                </a:solidFill>
                <a:latin typeface="Nimbus Sans"/>
                <a:ea typeface="Nimbus Sans"/>
                <a:cs typeface="Nimbus Sans"/>
              </a:defRPr>
            </a:lvl2pPr>
            <a:lvl3pPr algn="l">
              <a:defRPr sz="2025" b="1">
                <a:solidFill>
                  <a:srgbClr val="00446C"/>
                </a:solidFill>
                <a:latin typeface="Nimbus Sans"/>
                <a:ea typeface="Nimbus Sans"/>
                <a:cs typeface="Nimbus Sans"/>
              </a:defRPr>
            </a:lvl3pPr>
            <a:lvl4pPr algn="l">
              <a:defRPr sz="2025" b="1">
                <a:solidFill>
                  <a:srgbClr val="00446C"/>
                </a:solidFill>
                <a:latin typeface="Nimbus Sans"/>
                <a:ea typeface="Nimbus Sans"/>
                <a:cs typeface="Nimbus Sans"/>
              </a:defRPr>
            </a:lvl4pPr>
            <a:lvl5pPr algn="l">
              <a:defRPr sz="2025" b="1">
                <a:solidFill>
                  <a:srgbClr val="00446C"/>
                </a:solidFill>
                <a:latin typeface="Nimbus Sans"/>
                <a:ea typeface="Nimbus Sans"/>
                <a:cs typeface="Nimbus Sans"/>
              </a:defRPr>
            </a:lvl5pPr>
            <a:lvl6pPr algn="l">
              <a:defRPr sz="2025" b="1">
                <a:solidFill>
                  <a:srgbClr val="00446C"/>
                </a:solidFill>
                <a:latin typeface="Nimbus Sans"/>
                <a:ea typeface="Nimbus Sans"/>
                <a:cs typeface="Nimbus Sans"/>
              </a:defRPr>
            </a:lvl6pPr>
            <a:lvl7pPr algn="l">
              <a:defRPr sz="2025" b="1">
                <a:solidFill>
                  <a:srgbClr val="00446C"/>
                </a:solidFill>
                <a:latin typeface="Nimbus Sans"/>
                <a:ea typeface="Nimbus Sans"/>
                <a:cs typeface="Nimbus Sans"/>
              </a:defRPr>
            </a:lvl7pPr>
            <a:lvl8pPr algn="l">
              <a:defRPr sz="2025" b="1">
                <a:solidFill>
                  <a:srgbClr val="00446C"/>
                </a:solidFill>
                <a:latin typeface="Nimbus Sans"/>
                <a:ea typeface="Nimbus Sans"/>
                <a:cs typeface="Nimbus Sans"/>
              </a:defRPr>
            </a:lvl8pPr>
            <a:lvl9pPr algn="l">
              <a:defRPr sz="2025" b="1">
                <a:solidFill>
                  <a:srgbClr val="00446C"/>
                </a:solidFill>
                <a:latin typeface="Nimbus Sans"/>
                <a:ea typeface="Nimbus Sans"/>
                <a:cs typeface="Nimbus Sans"/>
              </a:defRPr>
            </a:lvl9pPr>
          </a:lstStyle>
          <a:p xmlns:a="http://schemas.openxmlformats.org/drawingml/2006/main">
            <a:pPr algn="l">
              <a:lnSpc>
                <a:spcPct val="108000"/>
              </a:lnSpc>
              <a:buNone/>
              <a:defRPr sz="2025" b="1">
                <a:solidFill>
                  <a:srgbClr val="00446C"/>
                </a:solidFill>
                <a:latin typeface="Nimbus Sans"/>
                <a:ea typeface="Nimbus Sans"/>
                <a:cs typeface="Nimbus Sans"/>
              </a:defRPr>
            </a:pPr>
            <a:r>
              <a:rPr sz="2025" b="1">
                <a:solidFill>
                  <a:srgbClr val="00446C"/>
                </a:solidFill>
                <a:latin typeface="Nimbus Sans"/>
                <a:ea typeface="Nimbus Sans"/>
                <a:cs typeface="Nimbus Sans"/>
              </a:rPr>
              <a:t>Industry-sponsored drug / biologic</a:t>
            </a:r>
          </a:p>
          <a:p xmlns:a="http://schemas.openxmlformats.org/drawingml/2006/main">
            <a:pPr algn="l">
              <a:lnSpc>
                <a:spcPct val="108000"/>
              </a:lnSpc>
              <a:buNone/>
              <a:defRPr sz="2025" b="1">
                <a:solidFill>
                  <a:srgbClr val="00446C"/>
                </a:solidFill>
                <a:latin typeface="Nimbus Sans"/>
                <a:ea typeface="Nimbus Sans"/>
                <a:cs typeface="Nimbus Sans"/>
              </a:defRPr>
            </a:pPr>
            <a:r>
              <a:rPr sz="2025" b="1">
                <a:solidFill>
                  <a:srgbClr val="00446C"/>
                </a:solidFill>
                <a:latin typeface="Nimbus Sans"/>
                <a:ea typeface="Nimbus Sans"/>
                <a:cs typeface="Nimbus Sans"/>
              </a:rPr>
              <a:t>study registrations with India sites</a:t>
            </a:r>
          </a:p>
        </p:txBody>
      </p:sp>
      <p:sp>
        <p:nvSpPr>
          <p:cNvPr id="31" name="Comparison multiple">
            <a:extLst xmlns:a="http://schemas.openxmlformats.org/drawingml/2006/main">
              <a:ext uri="{FF2B5EF4-FFF2-40B4-BE49-F238E27FC236}">
                <a16:creationId xmlns:a16="http://schemas.microsoft.com/office/drawing/2014/main" id="{27EB706E-D18A-4167-8CCB-EA5E3955898E}"/>
              </a:ext>
            </a:extLst>
          </p:cNvPr>
          <p:cNvSpPr>
            <a:spLocks xmlns:a="http://schemas.openxmlformats.org/drawingml/2006/main" noGrp="1"/>
          </p:cNvSpPr>
          <p:nvPr/>
        </p:nvSpPr>
        <p:spPr>
          <a:xfrm xmlns:a="http://schemas.openxmlformats.org/drawingml/2006/main">
            <a:off x="9563100" y="2638425"/>
            <a:ext cx="166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800" b="1">
                <a:solidFill>
                  <a:srgbClr val="0067A6"/>
                </a:solidFill>
                <a:latin typeface="Nimbus Sans"/>
                <a:ea typeface="Nimbus Sans"/>
                <a:cs typeface="Nimbus Sans"/>
              </a:defRPr>
            </a:defPPr>
            <a:lvl1pPr algn="l">
              <a:defRPr sz="4800" b="1">
                <a:solidFill>
                  <a:srgbClr val="0067A6"/>
                </a:solidFill>
                <a:latin typeface="Nimbus Sans"/>
                <a:ea typeface="Nimbus Sans"/>
                <a:cs typeface="Nimbus Sans"/>
              </a:defRPr>
            </a:lvl1pPr>
            <a:lvl2pPr algn="l">
              <a:defRPr sz="4800" b="1">
                <a:solidFill>
                  <a:srgbClr val="0067A6"/>
                </a:solidFill>
                <a:latin typeface="Nimbus Sans"/>
                <a:ea typeface="Nimbus Sans"/>
                <a:cs typeface="Nimbus Sans"/>
              </a:defRPr>
            </a:lvl2pPr>
            <a:lvl3pPr algn="l">
              <a:defRPr sz="4800" b="1">
                <a:solidFill>
                  <a:srgbClr val="0067A6"/>
                </a:solidFill>
                <a:latin typeface="Nimbus Sans"/>
                <a:ea typeface="Nimbus Sans"/>
                <a:cs typeface="Nimbus Sans"/>
              </a:defRPr>
            </a:lvl3pPr>
            <a:lvl4pPr algn="l">
              <a:defRPr sz="4800" b="1">
                <a:solidFill>
                  <a:srgbClr val="0067A6"/>
                </a:solidFill>
                <a:latin typeface="Nimbus Sans"/>
                <a:ea typeface="Nimbus Sans"/>
                <a:cs typeface="Nimbus Sans"/>
              </a:defRPr>
            </a:lvl4pPr>
            <a:lvl5pPr algn="l">
              <a:defRPr sz="4800" b="1">
                <a:solidFill>
                  <a:srgbClr val="0067A6"/>
                </a:solidFill>
                <a:latin typeface="Nimbus Sans"/>
                <a:ea typeface="Nimbus Sans"/>
                <a:cs typeface="Nimbus Sans"/>
              </a:defRPr>
            </a:lvl5pPr>
            <a:lvl6pPr algn="l">
              <a:defRPr sz="4800" b="1">
                <a:solidFill>
                  <a:srgbClr val="0067A6"/>
                </a:solidFill>
                <a:latin typeface="Nimbus Sans"/>
                <a:ea typeface="Nimbus Sans"/>
                <a:cs typeface="Nimbus Sans"/>
              </a:defRPr>
            </a:lvl6pPr>
            <a:lvl7pPr algn="l">
              <a:defRPr sz="4800" b="1">
                <a:solidFill>
                  <a:srgbClr val="0067A6"/>
                </a:solidFill>
                <a:latin typeface="Nimbus Sans"/>
                <a:ea typeface="Nimbus Sans"/>
                <a:cs typeface="Nimbus Sans"/>
              </a:defRPr>
            </a:lvl7pPr>
            <a:lvl8pPr algn="l">
              <a:defRPr sz="4800" b="1">
                <a:solidFill>
                  <a:srgbClr val="0067A6"/>
                </a:solidFill>
                <a:latin typeface="Nimbus Sans"/>
                <a:ea typeface="Nimbus Sans"/>
                <a:cs typeface="Nimbus Sans"/>
              </a:defRPr>
            </a:lvl8pPr>
            <a:lvl9pPr algn="l">
              <a:defRPr sz="4800" b="1">
                <a:solidFill>
                  <a:srgbClr val="0067A6"/>
                </a:solidFill>
                <a:latin typeface="Nimbus Sans"/>
                <a:ea typeface="Nimbus Sans"/>
                <a:cs typeface="Nimbus Sans"/>
              </a:defRPr>
            </a:lvl9pPr>
          </a:lstStyle>
          <a:p xmlns:a="http://schemas.openxmlformats.org/drawingml/2006/main">
            <a:pPr algn="l">
              <a:lnSpc>
                <a:spcPct val="108000"/>
              </a:lnSpc>
              <a:buNone/>
              <a:defRPr sz="4800" b="1">
                <a:solidFill>
                  <a:srgbClr val="0067A6"/>
                </a:solidFill>
                <a:latin typeface="Nimbus Sans"/>
                <a:ea typeface="Nimbus Sans"/>
                <a:cs typeface="Nimbus Sans"/>
              </a:defRPr>
            </a:pPr>
            <a:r>
              <a:rPr sz="4800" b="1">
                <a:solidFill>
                  <a:srgbClr val="0067A6"/>
                </a:solidFill>
                <a:latin typeface="Nimbus Sans"/>
                <a:ea typeface="Nimbus Sans"/>
                <a:cs typeface="Nimbus Sans"/>
              </a:rPr>
              <a:t>2.4×</a:t>
            </a:r>
          </a:p>
        </p:txBody>
      </p:sp>
      <p:sp>
        <p:nvSpPr>
          <p:cNvPr id="32" name="Comparison label">
            <a:extLst xmlns:a="http://schemas.openxmlformats.org/drawingml/2006/main">
              <a:ext uri="{FF2B5EF4-FFF2-40B4-BE49-F238E27FC236}">
                <a16:creationId xmlns:a16="http://schemas.microsoft.com/office/drawing/2014/main" id="{1CF0A5C5-50DD-4CF8-9E89-613A122EF0FA}"/>
              </a:ext>
            </a:extLst>
          </p:cNvPr>
          <p:cNvSpPr>
            <a:spLocks xmlns:a="http://schemas.openxmlformats.org/drawingml/2006/main" noGrp="1"/>
          </p:cNvSpPr>
          <p:nvPr/>
        </p:nvSpPr>
        <p:spPr>
          <a:xfrm xmlns:a="http://schemas.openxmlformats.org/drawingml/2006/main">
            <a:off x="11439525" y="2771775"/>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243746"/>
                </a:solidFill>
                <a:latin typeface="Nimbus Sans"/>
                <a:ea typeface="Nimbus Sans"/>
                <a:cs typeface="Nimbus Sans"/>
              </a:defRPr>
            </a:defPPr>
            <a:lvl1pPr algn="l">
              <a:defRPr sz="1650" b="0">
                <a:solidFill>
                  <a:srgbClr val="243746"/>
                </a:solidFill>
                <a:latin typeface="Nimbus Sans"/>
                <a:ea typeface="Nimbus Sans"/>
                <a:cs typeface="Nimbus Sans"/>
              </a:defRPr>
            </a:lvl1pPr>
            <a:lvl2pPr algn="l">
              <a:defRPr sz="1650" b="0">
                <a:solidFill>
                  <a:srgbClr val="243746"/>
                </a:solidFill>
                <a:latin typeface="Nimbus Sans"/>
                <a:ea typeface="Nimbus Sans"/>
                <a:cs typeface="Nimbus Sans"/>
              </a:defRPr>
            </a:lvl2pPr>
            <a:lvl3pPr algn="l">
              <a:defRPr sz="1650" b="0">
                <a:solidFill>
                  <a:srgbClr val="243746"/>
                </a:solidFill>
                <a:latin typeface="Nimbus Sans"/>
                <a:ea typeface="Nimbus Sans"/>
                <a:cs typeface="Nimbus Sans"/>
              </a:defRPr>
            </a:lvl3pPr>
            <a:lvl4pPr algn="l">
              <a:defRPr sz="1650" b="0">
                <a:solidFill>
                  <a:srgbClr val="243746"/>
                </a:solidFill>
                <a:latin typeface="Nimbus Sans"/>
                <a:ea typeface="Nimbus Sans"/>
                <a:cs typeface="Nimbus Sans"/>
              </a:defRPr>
            </a:lvl4pPr>
            <a:lvl5pPr algn="l">
              <a:defRPr sz="1650" b="0">
                <a:solidFill>
                  <a:srgbClr val="243746"/>
                </a:solidFill>
                <a:latin typeface="Nimbus Sans"/>
                <a:ea typeface="Nimbus Sans"/>
                <a:cs typeface="Nimbus Sans"/>
              </a:defRPr>
            </a:lvl5pPr>
            <a:lvl6pPr algn="l">
              <a:defRPr sz="1650" b="0">
                <a:solidFill>
                  <a:srgbClr val="243746"/>
                </a:solidFill>
                <a:latin typeface="Nimbus Sans"/>
                <a:ea typeface="Nimbus Sans"/>
                <a:cs typeface="Nimbus Sans"/>
              </a:defRPr>
            </a:lvl6pPr>
            <a:lvl7pPr algn="l">
              <a:defRPr sz="1650" b="0">
                <a:solidFill>
                  <a:srgbClr val="243746"/>
                </a:solidFill>
                <a:latin typeface="Nimbus Sans"/>
                <a:ea typeface="Nimbus Sans"/>
                <a:cs typeface="Nimbus Sans"/>
              </a:defRPr>
            </a:lvl7pPr>
            <a:lvl8pPr algn="l">
              <a:defRPr sz="1650" b="0">
                <a:solidFill>
                  <a:srgbClr val="243746"/>
                </a:solidFill>
                <a:latin typeface="Nimbus Sans"/>
                <a:ea typeface="Nimbus Sans"/>
                <a:cs typeface="Nimbus Sans"/>
              </a:defRPr>
            </a:lvl8pPr>
            <a:lvl9pPr algn="l">
              <a:defRPr sz="1650" b="0">
                <a:solidFill>
                  <a:srgbClr val="243746"/>
                </a:solidFill>
                <a:latin typeface="Nimbus Sans"/>
                <a:ea typeface="Nimbus Sans"/>
                <a:cs typeface="Nimbus Sans"/>
              </a:defRPr>
            </a:lvl9pPr>
          </a:lstStyle>
          <a:p xmlns:a="http://schemas.openxmlformats.org/drawingml/2006/main">
            <a:pPr algn="l">
              <a:lnSpc>
                <a:spcPct val="108000"/>
              </a:lnSpc>
              <a:buNone/>
              <a:defRPr sz="1650" b="0">
                <a:solidFill>
                  <a:srgbClr val="243746"/>
                </a:solidFill>
                <a:latin typeface="Nimbus Sans"/>
                <a:ea typeface="Nimbus Sans"/>
                <a:cs typeface="Nimbus Sans"/>
              </a:defRPr>
            </a:pPr>
            <a:r>
              <a:rPr sz="1650" b="0">
                <a:solidFill>
                  <a:srgbClr val="243746"/>
                </a:solidFill>
                <a:latin typeface="Nimbus Sans"/>
                <a:ea typeface="Nimbus Sans"/>
                <a:cs typeface="Nimbus Sans"/>
              </a:rPr>
              <a:t>2025 registrations</a:t>
            </a:r>
          </a:p>
          <a:p xmlns:a="http://schemas.openxmlformats.org/drawingml/2006/main">
            <a:pPr algn="l">
              <a:lnSpc>
                <a:spcPct val="108000"/>
              </a:lnSpc>
              <a:buNone/>
              <a:defRPr sz="1650" b="0">
                <a:solidFill>
                  <a:srgbClr val="243746"/>
                </a:solidFill>
                <a:latin typeface="Nimbus Sans"/>
                <a:ea typeface="Nimbus Sans"/>
                <a:cs typeface="Nimbus Sans"/>
              </a:defRPr>
            </a:pPr>
            <a:r>
              <a:rPr sz="1650" b="0">
                <a:solidFill>
                  <a:srgbClr val="243746"/>
                </a:solidFill>
                <a:latin typeface="Nimbus Sans"/>
                <a:ea typeface="Nimbus Sans"/>
                <a:cs typeface="Nimbus Sans"/>
              </a:rPr>
              <a:t>versus 2015</a:t>
            </a:r>
          </a:p>
        </p:txBody>
      </p:sp>
      <p:graphicFrame>
        <p:nvGraphicFramePr>
          <p:cNvPr id="33" name="Chart">
            <a:extLst xmlns:a="http://schemas.openxmlformats.org/drawingml/2006/main">
              <a:ext uri="{FF2B5EF4-FFF2-40B4-BE49-F238E27FC236}">
                <a16:creationId xmlns:a16="http://schemas.microsoft.com/office/drawing/2014/main" id="{B540B710-831A-455D-AB77-801C7A0E8E90}"/>
              </a:ext>
            </a:extLst>
          </p:cNvPr>
          <p:cNvGraphicFramePr/>
          <p:nvPr/>
        </p:nvGraphicFramePr>
        <p:xfrm>
          <a:off xmlns:a="http://schemas.openxmlformats.org/drawingml/2006/main" x="9467850" y="3476625"/>
          <a:ext xmlns:a="http://schemas.openxmlformats.org/drawingml/2006/main" cx="5219700" cy="2790825"/>
        </p:xfrm>
        <a:graphic xmlns:a="http://schemas.openxmlformats.org/drawingml/2006/main">
          <a:graphicData uri="http://schemas.openxmlformats.org/drawingml/2006/chart">
            <c:chart xmlns:r="http://schemas.openxmlformats.org/officeDocument/2006/relationships" xmlns:c="http://schemas.openxmlformats.org/drawingml/2006/chart" r:id="R70ca6419edad4986"/>
          </a:graphicData>
        </a:graphic>
      </p:graphicFrame>
      <p:sp>
        <p:nvSpPr>
          <p:cNvPr id="34" name="Chart period definition">
            <a:extLst xmlns:a="http://schemas.openxmlformats.org/drawingml/2006/main">
              <a:ext uri="{FF2B5EF4-FFF2-40B4-BE49-F238E27FC236}">
                <a16:creationId xmlns:a16="http://schemas.microsoft.com/office/drawing/2014/main" id="{C6FB4B76-4709-4FF1-9231-988C4E8EEDC5}"/>
              </a:ext>
            </a:extLst>
          </p:cNvPr>
          <p:cNvSpPr>
            <a:spLocks xmlns:a="http://schemas.openxmlformats.org/drawingml/2006/main" noGrp="1"/>
          </p:cNvSpPr>
          <p:nvPr/>
        </p:nvSpPr>
        <p:spPr>
          <a:xfrm xmlns:a="http://schemas.openxmlformats.org/drawingml/2006/main">
            <a:off x="9563100" y="6343650"/>
            <a:ext cx="506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a:solidFill>
                  <a:srgbClr val="657682"/>
                </a:solidFill>
                <a:latin typeface="Nimbus Sans"/>
                <a:ea typeface="Nimbus Sans"/>
                <a:cs typeface="Nimbus Sans"/>
              </a:defRPr>
            </a:defPPr>
            <a:lvl1pPr algn="l">
              <a:defRPr sz="1275" b="0">
                <a:solidFill>
                  <a:srgbClr val="657682"/>
                </a:solidFill>
                <a:latin typeface="Nimbus Sans"/>
                <a:ea typeface="Nimbus Sans"/>
                <a:cs typeface="Nimbus Sans"/>
              </a:defRPr>
            </a:lvl1pPr>
            <a:lvl2pPr algn="l">
              <a:defRPr sz="1275" b="0">
                <a:solidFill>
                  <a:srgbClr val="657682"/>
                </a:solidFill>
                <a:latin typeface="Nimbus Sans"/>
                <a:ea typeface="Nimbus Sans"/>
                <a:cs typeface="Nimbus Sans"/>
              </a:defRPr>
            </a:lvl2pPr>
            <a:lvl3pPr algn="l">
              <a:defRPr sz="1275" b="0">
                <a:solidFill>
                  <a:srgbClr val="657682"/>
                </a:solidFill>
                <a:latin typeface="Nimbus Sans"/>
                <a:ea typeface="Nimbus Sans"/>
                <a:cs typeface="Nimbus Sans"/>
              </a:defRPr>
            </a:lvl3pPr>
            <a:lvl4pPr algn="l">
              <a:defRPr sz="1275" b="0">
                <a:solidFill>
                  <a:srgbClr val="657682"/>
                </a:solidFill>
                <a:latin typeface="Nimbus Sans"/>
                <a:ea typeface="Nimbus Sans"/>
                <a:cs typeface="Nimbus Sans"/>
              </a:defRPr>
            </a:lvl4pPr>
            <a:lvl5pPr algn="l">
              <a:defRPr sz="1275" b="0">
                <a:solidFill>
                  <a:srgbClr val="657682"/>
                </a:solidFill>
                <a:latin typeface="Nimbus Sans"/>
                <a:ea typeface="Nimbus Sans"/>
                <a:cs typeface="Nimbus Sans"/>
              </a:defRPr>
            </a:lvl5pPr>
            <a:lvl6pPr algn="l">
              <a:defRPr sz="1275" b="0">
                <a:solidFill>
                  <a:srgbClr val="657682"/>
                </a:solidFill>
                <a:latin typeface="Nimbus Sans"/>
                <a:ea typeface="Nimbus Sans"/>
                <a:cs typeface="Nimbus Sans"/>
              </a:defRPr>
            </a:lvl6pPr>
            <a:lvl7pPr algn="l">
              <a:defRPr sz="1275" b="0">
                <a:solidFill>
                  <a:srgbClr val="657682"/>
                </a:solidFill>
                <a:latin typeface="Nimbus Sans"/>
                <a:ea typeface="Nimbus Sans"/>
                <a:cs typeface="Nimbus Sans"/>
              </a:defRPr>
            </a:lvl7pPr>
            <a:lvl8pPr algn="l">
              <a:defRPr sz="1275" b="0">
                <a:solidFill>
                  <a:srgbClr val="657682"/>
                </a:solidFill>
                <a:latin typeface="Nimbus Sans"/>
                <a:ea typeface="Nimbus Sans"/>
                <a:cs typeface="Nimbus Sans"/>
              </a:defRPr>
            </a:lvl8pPr>
            <a:lvl9pPr algn="l">
              <a:defRPr sz="1275" b="0">
                <a:solidFill>
                  <a:srgbClr val="657682"/>
                </a:solidFill>
                <a:latin typeface="Nimbus Sans"/>
                <a:ea typeface="Nimbus Sans"/>
                <a:cs typeface="Nimbus Sans"/>
              </a:defRPr>
            </a:lvl9pPr>
          </a:lstStyle>
          <a:p xmlns:a="http://schemas.openxmlformats.org/drawingml/2006/main">
            <a:pPr algn="l">
              <a:lnSpc>
                <a:spcPct val="108000"/>
              </a:lnSpc>
              <a:buNone/>
              <a:defRPr sz="1275" b="0">
                <a:solidFill>
                  <a:srgbClr val="657682"/>
                </a:solidFill>
                <a:latin typeface="Nimbus Sans"/>
                <a:ea typeface="Nimbus Sans"/>
                <a:cs typeface="Nimbus Sans"/>
              </a:defRPr>
            </a:pPr>
            <a:r>
              <a:rPr sz="1275" b="0">
                <a:solidFill>
                  <a:srgbClr val="657682"/>
                </a:solidFill>
                <a:latin typeface="Nimbus Sans"/>
                <a:ea typeface="Nimbus Sans"/>
                <a:cs typeface="Nimbus Sans"/>
              </a:rPr>
              <a:t>Calendar years 2015–2025, year of first registry posting</a:t>
            </a:r>
          </a:p>
        </p:txBody>
      </p:sp>
      <p:sp>
        <p:nvSpPr>
          <p:cNvPr id="35" name="Chart recent context">
            <a:extLst xmlns:a="http://schemas.openxmlformats.org/drawingml/2006/main">
              <a:ext uri="{FF2B5EF4-FFF2-40B4-BE49-F238E27FC236}">
                <a16:creationId xmlns:a16="http://schemas.microsoft.com/office/drawing/2014/main" id="{0DB1A8E2-3D41-47E0-9D42-B2CBDB750142}"/>
              </a:ext>
            </a:extLst>
          </p:cNvPr>
          <p:cNvSpPr>
            <a:spLocks xmlns:a="http://schemas.openxmlformats.org/drawingml/2006/main" noGrp="1"/>
          </p:cNvSpPr>
          <p:nvPr/>
        </p:nvSpPr>
        <p:spPr>
          <a:xfrm xmlns:a="http://schemas.openxmlformats.org/drawingml/2006/main">
            <a:off x="9563100" y="6667500"/>
            <a:ext cx="506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1">
                <a:solidFill>
                  <a:srgbClr val="0067A6"/>
                </a:solidFill>
                <a:latin typeface="Nimbus Sans"/>
                <a:ea typeface="Nimbus Sans"/>
                <a:cs typeface="Nimbus Sans"/>
              </a:defRPr>
            </a:defPPr>
            <a:lvl1pPr algn="l">
              <a:defRPr sz="1575" b="1">
                <a:solidFill>
                  <a:srgbClr val="0067A6"/>
                </a:solidFill>
                <a:latin typeface="Nimbus Sans"/>
                <a:ea typeface="Nimbus Sans"/>
                <a:cs typeface="Nimbus Sans"/>
              </a:defRPr>
            </a:lvl1pPr>
            <a:lvl2pPr algn="l">
              <a:defRPr sz="1575" b="1">
                <a:solidFill>
                  <a:srgbClr val="0067A6"/>
                </a:solidFill>
                <a:latin typeface="Nimbus Sans"/>
                <a:ea typeface="Nimbus Sans"/>
                <a:cs typeface="Nimbus Sans"/>
              </a:defRPr>
            </a:lvl2pPr>
            <a:lvl3pPr algn="l">
              <a:defRPr sz="1575" b="1">
                <a:solidFill>
                  <a:srgbClr val="0067A6"/>
                </a:solidFill>
                <a:latin typeface="Nimbus Sans"/>
                <a:ea typeface="Nimbus Sans"/>
                <a:cs typeface="Nimbus Sans"/>
              </a:defRPr>
            </a:lvl3pPr>
            <a:lvl4pPr algn="l">
              <a:defRPr sz="1575" b="1">
                <a:solidFill>
                  <a:srgbClr val="0067A6"/>
                </a:solidFill>
                <a:latin typeface="Nimbus Sans"/>
                <a:ea typeface="Nimbus Sans"/>
                <a:cs typeface="Nimbus Sans"/>
              </a:defRPr>
            </a:lvl4pPr>
            <a:lvl5pPr algn="l">
              <a:defRPr sz="1575" b="1">
                <a:solidFill>
                  <a:srgbClr val="0067A6"/>
                </a:solidFill>
                <a:latin typeface="Nimbus Sans"/>
                <a:ea typeface="Nimbus Sans"/>
                <a:cs typeface="Nimbus Sans"/>
              </a:defRPr>
            </a:lvl5pPr>
            <a:lvl6pPr algn="l">
              <a:defRPr sz="1575" b="1">
                <a:solidFill>
                  <a:srgbClr val="0067A6"/>
                </a:solidFill>
                <a:latin typeface="Nimbus Sans"/>
                <a:ea typeface="Nimbus Sans"/>
                <a:cs typeface="Nimbus Sans"/>
              </a:defRPr>
            </a:lvl6pPr>
            <a:lvl7pPr algn="l">
              <a:defRPr sz="1575" b="1">
                <a:solidFill>
                  <a:srgbClr val="0067A6"/>
                </a:solidFill>
                <a:latin typeface="Nimbus Sans"/>
                <a:ea typeface="Nimbus Sans"/>
                <a:cs typeface="Nimbus Sans"/>
              </a:defRPr>
            </a:lvl7pPr>
            <a:lvl8pPr algn="l">
              <a:defRPr sz="1575" b="1">
                <a:solidFill>
                  <a:srgbClr val="0067A6"/>
                </a:solidFill>
                <a:latin typeface="Nimbus Sans"/>
                <a:ea typeface="Nimbus Sans"/>
                <a:cs typeface="Nimbus Sans"/>
              </a:defRPr>
            </a:lvl8pPr>
            <a:lvl9pPr algn="l">
              <a:defRPr sz="1575" b="1">
                <a:solidFill>
                  <a:srgbClr val="0067A6"/>
                </a:solidFill>
                <a:latin typeface="Nimbus Sans"/>
                <a:ea typeface="Nimbus Sans"/>
                <a:cs typeface="Nimbus Sans"/>
              </a:defRPr>
            </a:lvl9pPr>
          </a:lstStyle>
          <a:p xmlns:a="http://schemas.openxmlformats.org/drawingml/2006/main">
            <a:pPr algn="l">
              <a:lnSpc>
                <a:spcPct val="108000"/>
              </a:lnSpc>
              <a:buNone/>
              <a:defRPr sz="1575" b="1">
                <a:solidFill>
                  <a:srgbClr val="0067A6"/>
                </a:solidFill>
                <a:latin typeface="Nimbus Sans"/>
                <a:ea typeface="Nimbus Sans"/>
                <a:cs typeface="Nimbus Sans"/>
              </a:defRPr>
            </a:pPr>
            <a:r>
              <a:rPr sz="1575" b="1">
                <a:solidFill>
                  <a:srgbClr val="0067A6"/>
                </a:solidFill>
                <a:latin typeface="Nimbus Sans"/>
                <a:ea typeface="Nimbus Sans"/>
                <a:cs typeface="Nimbus Sans"/>
              </a:rPr>
              <a:t>2025: +10.9% YoY, below the 2022 peak</a:t>
            </a:r>
          </a:p>
        </p:txBody>
      </p:sp>
      <p:sp>
        <p:nvSpPr>
          <p:cNvPr id="36" name="Timeline rule">
            <a:extLst xmlns:a="http://schemas.openxmlformats.org/drawingml/2006/main">
              <a:ext uri="{FF2B5EF4-FFF2-40B4-BE49-F238E27FC236}">
                <a16:creationId xmlns:a16="http://schemas.microsoft.com/office/drawing/2014/main" id="{B389CF49-22BD-48AC-B079-E28C4BA503CF}"/>
              </a:ext>
            </a:extLst>
          </p:cNvPr>
          <p:cNvSpPr>
            <a:spLocks xmlns:a="http://schemas.openxmlformats.org/drawingml/2006/main" noGrp="1"/>
          </p:cNvSpPr>
          <p:nvPr/>
        </p:nvSpPr>
        <p:spPr>
          <a:xfrm xmlns:a="http://schemas.openxmlformats.org/drawingml/2006/main">
            <a:off x="609600" y="7086600"/>
            <a:ext cx="14020800" cy="9525"/>
          </a:xfrm>
          <a:prstGeom xmlns:a="http://schemas.openxmlformats.org/drawingml/2006/main" prst="rect">
            <a:avLst/>
          </a:prstGeom>
          <a:solidFill xmlns:a="http://schemas.openxmlformats.org/drawingml/2006/main">
            <a:srgbClr val="D8E2E9"/>
          </a:solidFill>
          <a:ln xmlns:a="http://schemas.openxmlformats.org/drawingml/2006/main" w="0">
            <a:noFill/>
            <a:prstDash val="solid"/>
          </a:ln>
        </p:spPr>
      </p:sp>
      <p:sp>
        <p:nvSpPr>
          <p:cNvPr id="37" name="Date 0">
            <a:extLst xmlns:a="http://schemas.openxmlformats.org/drawingml/2006/main">
              <a:ext uri="{FF2B5EF4-FFF2-40B4-BE49-F238E27FC236}">
                <a16:creationId xmlns:a16="http://schemas.microsoft.com/office/drawing/2014/main" id="{F4C30261-9648-48B4-B3E2-0E4DF48ADC67}"/>
              </a:ext>
            </a:extLst>
          </p:cNvPr>
          <p:cNvSpPr>
            <a:spLocks xmlns:a="http://schemas.openxmlformats.org/drawingml/2006/main" noGrp="1"/>
          </p:cNvSpPr>
          <p:nvPr/>
        </p:nvSpPr>
        <p:spPr>
          <a:xfrm xmlns:a="http://schemas.openxmlformats.org/drawingml/2006/main">
            <a:off x="609600" y="7210425"/>
            <a:ext cx="335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1">
                <a:solidFill>
                  <a:srgbClr val="0067A6"/>
                </a:solidFill>
                <a:latin typeface="Nimbus Sans"/>
                <a:ea typeface="Nimbus Sans"/>
                <a:cs typeface="Nimbus Sans"/>
              </a:defRPr>
            </a:defPPr>
            <a:lvl1pPr algn="l">
              <a:defRPr sz="1800" b="1">
                <a:solidFill>
                  <a:srgbClr val="0067A6"/>
                </a:solidFill>
                <a:latin typeface="Nimbus Sans"/>
                <a:ea typeface="Nimbus Sans"/>
                <a:cs typeface="Nimbus Sans"/>
              </a:defRPr>
            </a:lvl1pPr>
            <a:lvl2pPr algn="l">
              <a:defRPr sz="1800" b="1">
                <a:solidFill>
                  <a:srgbClr val="0067A6"/>
                </a:solidFill>
                <a:latin typeface="Nimbus Sans"/>
                <a:ea typeface="Nimbus Sans"/>
                <a:cs typeface="Nimbus Sans"/>
              </a:defRPr>
            </a:lvl2pPr>
            <a:lvl3pPr algn="l">
              <a:defRPr sz="1800" b="1">
                <a:solidFill>
                  <a:srgbClr val="0067A6"/>
                </a:solidFill>
                <a:latin typeface="Nimbus Sans"/>
                <a:ea typeface="Nimbus Sans"/>
                <a:cs typeface="Nimbus Sans"/>
              </a:defRPr>
            </a:lvl3pPr>
            <a:lvl4pPr algn="l">
              <a:defRPr sz="1800" b="1">
                <a:solidFill>
                  <a:srgbClr val="0067A6"/>
                </a:solidFill>
                <a:latin typeface="Nimbus Sans"/>
                <a:ea typeface="Nimbus Sans"/>
                <a:cs typeface="Nimbus Sans"/>
              </a:defRPr>
            </a:lvl4pPr>
            <a:lvl5pPr algn="l">
              <a:defRPr sz="1800" b="1">
                <a:solidFill>
                  <a:srgbClr val="0067A6"/>
                </a:solidFill>
                <a:latin typeface="Nimbus Sans"/>
                <a:ea typeface="Nimbus Sans"/>
                <a:cs typeface="Nimbus Sans"/>
              </a:defRPr>
            </a:lvl5pPr>
            <a:lvl6pPr algn="l">
              <a:defRPr sz="1800" b="1">
                <a:solidFill>
                  <a:srgbClr val="0067A6"/>
                </a:solidFill>
                <a:latin typeface="Nimbus Sans"/>
                <a:ea typeface="Nimbus Sans"/>
                <a:cs typeface="Nimbus Sans"/>
              </a:defRPr>
            </a:lvl6pPr>
            <a:lvl7pPr algn="l">
              <a:defRPr sz="1800" b="1">
                <a:solidFill>
                  <a:srgbClr val="0067A6"/>
                </a:solidFill>
                <a:latin typeface="Nimbus Sans"/>
                <a:ea typeface="Nimbus Sans"/>
                <a:cs typeface="Nimbus Sans"/>
              </a:defRPr>
            </a:lvl7pPr>
            <a:lvl8pPr algn="l">
              <a:defRPr sz="1800" b="1">
                <a:solidFill>
                  <a:srgbClr val="0067A6"/>
                </a:solidFill>
                <a:latin typeface="Nimbus Sans"/>
                <a:ea typeface="Nimbus Sans"/>
                <a:cs typeface="Nimbus Sans"/>
              </a:defRPr>
            </a:lvl8pPr>
            <a:lvl9pPr algn="l">
              <a:defRPr sz="1800" b="1">
                <a:solidFill>
                  <a:srgbClr val="0067A6"/>
                </a:solidFill>
                <a:latin typeface="Nimbus Sans"/>
                <a:ea typeface="Nimbus Sans"/>
                <a:cs typeface="Nimbus Sans"/>
              </a:defRPr>
            </a:lvl9pPr>
          </a:lstStyle>
          <a:p xmlns:a="http://schemas.openxmlformats.org/drawingml/2006/main">
            <a:pPr algn="l">
              <a:lnSpc>
                <a:spcPct val="108000"/>
              </a:lnSpc>
              <a:buNone/>
              <a:defRPr sz="1800" b="1">
                <a:solidFill>
                  <a:srgbClr val="0067A6"/>
                </a:solidFill>
                <a:latin typeface="Nimbus Sans"/>
                <a:ea typeface="Nimbus Sans"/>
                <a:cs typeface="Nimbus Sans"/>
              </a:defRPr>
            </a:pPr>
            <a:r>
              <a:rPr sz="1800" b="1">
                <a:solidFill>
                  <a:srgbClr val="0067A6"/>
                </a:solidFill>
                <a:latin typeface="Nimbus Sans"/>
                <a:ea typeface="Nimbus Sans"/>
                <a:cs typeface="Nimbus Sans"/>
              </a:rPr>
              <a:t>2007</a:t>
            </a:r>
          </a:p>
        </p:txBody>
      </p:sp>
      <p:sp>
        <p:nvSpPr>
          <p:cNvPr id="38" name="Milestone 0">
            <a:extLst xmlns:a="http://schemas.openxmlformats.org/drawingml/2006/main">
              <a:ext uri="{FF2B5EF4-FFF2-40B4-BE49-F238E27FC236}">
                <a16:creationId xmlns:a16="http://schemas.microsoft.com/office/drawing/2014/main" id="{986C8056-38DB-4E7B-8A14-451FCA4F467C}"/>
              </a:ext>
            </a:extLst>
          </p:cNvPr>
          <p:cNvSpPr>
            <a:spLocks xmlns:a="http://schemas.openxmlformats.org/drawingml/2006/main" noGrp="1"/>
          </p:cNvSpPr>
          <p:nvPr/>
        </p:nvSpPr>
        <p:spPr>
          <a:xfrm xmlns:a="http://schemas.openxmlformats.org/drawingml/2006/main">
            <a:off x="609600" y="7553325"/>
            <a:ext cx="335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243746"/>
                </a:solidFill>
                <a:latin typeface="Nimbus Sans"/>
                <a:ea typeface="Nimbus Sans"/>
                <a:cs typeface="Nimbus Sans"/>
              </a:defRPr>
            </a:defPPr>
            <a:lvl1pPr algn="l">
              <a:defRPr sz="1500" b="0">
                <a:solidFill>
                  <a:srgbClr val="243746"/>
                </a:solidFill>
                <a:latin typeface="Nimbus Sans"/>
                <a:ea typeface="Nimbus Sans"/>
                <a:cs typeface="Nimbus Sans"/>
              </a:defRPr>
            </a:lvl1pPr>
            <a:lvl2pPr algn="l">
              <a:defRPr sz="1500" b="0">
                <a:solidFill>
                  <a:srgbClr val="243746"/>
                </a:solidFill>
                <a:latin typeface="Nimbus Sans"/>
                <a:ea typeface="Nimbus Sans"/>
                <a:cs typeface="Nimbus Sans"/>
              </a:defRPr>
            </a:lvl2pPr>
            <a:lvl3pPr algn="l">
              <a:defRPr sz="1500" b="0">
                <a:solidFill>
                  <a:srgbClr val="243746"/>
                </a:solidFill>
                <a:latin typeface="Nimbus Sans"/>
                <a:ea typeface="Nimbus Sans"/>
                <a:cs typeface="Nimbus Sans"/>
              </a:defRPr>
            </a:lvl3pPr>
            <a:lvl4pPr algn="l">
              <a:defRPr sz="1500" b="0">
                <a:solidFill>
                  <a:srgbClr val="243746"/>
                </a:solidFill>
                <a:latin typeface="Nimbus Sans"/>
                <a:ea typeface="Nimbus Sans"/>
                <a:cs typeface="Nimbus Sans"/>
              </a:defRPr>
            </a:lvl4pPr>
            <a:lvl5pPr algn="l">
              <a:defRPr sz="1500" b="0">
                <a:solidFill>
                  <a:srgbClr val="243746"/>
                </a:solidFill>
                <a:latin typeface="Nimbus Sans"/>
                <a:ea typeface="Nimbus Sans"/>
                <a:cs typeface="Nimbus Sans"/>
              </a:defRPr>
            </a:lvl5pPr>
            <a:lvl6pPr algn="l">
              <a:defRPr sz="1500" b="0">
                <a:solidFill>
                  <a:srgbClr val="243746"/>
                </a:solidFill>
                <a:latin typeface="Nimbus Sans"/>
                <a:ea typeface="Nimbus Sans"/>
                <a:cs typeface="Nimbus Sans"/>
              </a:defRPr>
            </a:lvl6pPr>
            <a:lvl7pPr algn="l">
              <a:defRPr sz="1500" b="0">
                <a:solidFill>
                  <a:srgbClr val="243746"/>
                </a:solidFill>
                <a:latin typeface="Nimbus Sans"/>
                <a:ea typeface="Nimbus Sans"/>
                <a:cs typeface="Nimbus Sans"/>
              </a:defRPr>
            </a:lvl7pPr>
            <a:lvl8pPr algn="l">
              <a:defRPr sz="1500" b="0">
                <a:solidFill>
                  <a:srgbClr val="243746"/>
                </a:solidFill>
                <a:latin typeface="Nimbus Sans"/>
                <a:ea typeface="Nimbus Sans"/>
                <a:cs typeface="Nimbus Sans"/>
              </a:defRPr>
            </a:lvl8pPr>
            <a:lvl9pPr algn="l">
              <a:defRPr sz="1500" b="0">
                <a:solidFill>
                  <a:srgbClr val="243746"/>
                </a:solidFill>
                <a:latin typeface="Nimbus Sans"/>
                <a:ea typeface="Nimbus Sans"/>
                <a:cs typeface="Nimbus Sans"/>
              </a:defRPr>
            </a:lvl9pPr>
          </a:lstStyle>
          <a:p xmlns:a="http://schemas.openxmlformats.org/drawingml/2006/main">
            <a:pPr algn="l">
              <a:lnSpc>
                <a:spcPct val="108000"/>
              </a:lnSpc>
              <a:buNone/>
              <a:defRPr sz="1500" b="0">
                <a:solidFill>
                  <a:srgbClr val="243746"/>
                </a:solidFill>
                <a:latin typeface="Nimbus Sans"/>
                <a:ea typeface="Nimbus Sans"/>
                <a:cs typeface="Nimbus Sans"/>
              </a:defRPr>
            </a:pPr>
            <a:r>
              <a:rPr sz="1500" b="0">
                <a:solidFill>
                  <a:srgbClr val="243746"/>
                </a:solidFill>
                <a:latin typeface="Nimbus Sans"/>
                <a:ea typeface="Nimbus Sans"/>
                <a:cs typeface="Nimbus Sans"/>
              </a:rPr>
              <a:t>CTRI online</a:t>
            </a:r>
          </a:p>
        </p:txBody>
      </p:sp>
      <p:sp>
        <p:nvSpPr>
          <p:cNvPr id="39" name="Date 1">
            <a:extLst xmlns:a="http://schemas.openxmlformats.org/drawingml/2006/main">
              <a:ext uri="{FF2B5EF4-FFF2-40B4-BE49-F238E27FC236}">
                <a16:creationId xmlns:a16="http://schemas.microsoft.com/office/drawing/2014/main" id="{3557CDC9-4ECF-47CD-AA30-107DF74C76CD}"/>
              </a:ext>
            </a:extLst>
          </p:cNvPr>
          <p:cNvSpPr>
            <a:spLocks xmlns:a="http://schemas.openxmlformats.org/drawingml/2006/main" noGrp="1"/>
          </p:cNvSpPr>
          <p:nvPr/>
        </p:nvSpPr>
        <p:spPr>
          <a:xfrm xmlns:a="http://schemas.openxmlformats.org/drawingml/2006/main">
            <a:off x="4267200" y="7210425"/>
            <a:ext cx="335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1">
                <a:solidFill>
                  <a:srgbClr val="0067A6"/>
                </a:solidFill>
                <a:latin typeface="Nimbus Sans"/>
                <a:ea typeface="Nimbus Sans"/>
                <a:cs typeface="Nimbus Sans"/>
              </a:defRPr>
            </a:defPPr>
            <a:lvl1pPr algn="l">
              <a:defRPr sz="1800" b="1">
                <a:solidFill>
                  <a:srgbClr val="0067A6"/>
                </a:solidFill>
                <a:latin typeface="Nimbus Sans"/>
                <a:ea typeface="Nimbus Sans"/>
                <a:cs typeface="Nimbus Sans"/>
              </a:defRPr>
            </a:lvl1pPr>
            <a:lvl2pPr algn="l">
              <a:defRPr sz="1800" b="1">
                <a:solidFill>
                  <a:srgbClr val="0067A6"/>
                </a:solidFill>
                <a:latin typeface="Nimbus Sans"/>
                <a:ea typeface="Nimbus Sans"/>
                <a:cs typeface="Nimbus Sans"/>
              </a:defRPr>
            </a:lvl2pPr>
            <a:lvl3pPr algn="l">
              <a:defRPr sz="1800" b="1">
                <a:solidFill>
                  <a:srgbClr val="0067A6"/>
                </a:solidFill>
                <a:latin typeface="Nimbus Sans"/>
                <a:ea typeface="Nimbus Sans"/>
                <a:cs typeface="Nimbus Sans"/>
              </a:defRPr>
            </a:lvl3pPr>
            <a:lvl4pPr algn="l">
              <a:defRPr sz="1800" b="1">
                <a:solidFill>
                  <a:srgbClr val="0067A6"/>
                </a:solidFill>
                <a:latin typeface="Nimbus Sans"/>
                <a:ea typeface="Nimbus Sans"/>
                <a:cs typeface="Nimbus Sans"/>
              </a:defRPr>
            </a:lvl4pPr>
            <a:lvl5pPr algn="l">
              <a:defRPr sz="1800" b="1">
                <a:solidFill>
                  <a:srgbClr val="0067A6"/>
                </a:solidFill>
                <a:latin typeface="Nimbus Sans"/>
                <a:ea typeface="Nimbus Sans"/>
                <a:cs typeface="Nimbus Sans"/>
              </a:defRPr>
            </a:lvl5pPr>
            <a:lvl6pPr algn="l">
              <a:defRPr sz="1800" b="1">
                <a:solidFill>
                  <a:srgbClr val="0067A6"/>
                </a:solidFill>
                <a:latin typeface="Nimbus Sans"/>
                <a:ea typeface="Nimbus Sans"/>
                <a:cs typeface="Nimbus Sans"/>
              </a:defRPr>
            </a:lvl6pPr>
            <a:lvl7pPr algn="l">
              <a:defRPr sz="1800" b="1">
                <a:solidFill>
                  <a:srgbClr val="0067A6"/>
                </a:solidFill>
                <a:latin typeface="Nimbus Sans"/>
                <a:ea typeface="Nimbus Sans"/>
                <a:cs typeface="Nimbus Sans"/>
              </a:defRPr>
            </a:lvl7pPr>
            <a:lvl8pPr algn="l">
              <a:defRPr sz="1800" b="1">
                <a:solidFill>
                  <a:srgbClr val="0067A6"/>
                </a:solidFill>
                <a:latin typeface="Nimbus Sans"/>
                <a:ea typeface="Nimbus Sans"/>
                <a:cs typeface="Nimbus Sans"/>
              </a:defRPr>
            </a:lvl8pPr>
            <a:lvl9pPr algn="l">
              <a:defRPr sz="1800" b="1">
                <a:solidFill>
                  <a:srgbClr val="0067A6"/>
                </a:solidFill>
                <a:latin typeface="Nimbus Sans"/>
                <a:ea typeface="Nimbus Sans"/>
                <a:cs typeface="Nimbus Sans"/>
              </a:defRPr>
            </a:lvl9pPr>
          </a:lstStyle>
          <a:p xmlns:a="http://schemas.openxmlformats.org/drawingml/2006/main">
            <a:pPr algn="l">
              <a:lnSpc>
                <a:spcPct val="108000"/>
              </a:lnSpc>
              <a:buNone/>
              <a:defRPr sz="1800" b="1">
                <a:solidFill>
                  <a:srgbClr val="0067A6"/>
                </a:solidFill>
                <a:latin typeface="Nimbus Sans"/>
                <a:ea typeface="Nimbus Sans"/>
                <a:cs typeface="Nimbus Sans"/>
              </a:defRPr>
            </a:pPr>
            <a:r>
              <a:rPr sz="1800" b="1">
                <a:solidFill>
                  <a:srgbClr val="0067A6"/>
                </a:solidFill>
                <a:latin typeface="Nimbus Sans"/>
                <a:ea typeface="Nimbus Sans"/>
                <a:cs typeface="Nimbus Sans"/>
              </a:rPr>
              <a:t>Nov 2015</a:t>
            </a:r>
          </a:p>
        </p:txBody>
      </p:sp>
      <p:sp>
        <p:nvSpPr>
          <p:cNvPr id="40" name="Milestone 1">
            <a:extLst xmlns:a="http://schemas.openxmlformats.org/drawingml/2006/main">
              <a:ext uri="{FF2B5EF4-FFF2-40B4-BE49-F238E27FC236}">
                <a16:creationId xmlns:a16="http://schemas.microsoft.com/office/drawing/2014/main" id="{6BD16513-05B0-443E-99C4-638B7A219C64}"/>
              </a:ext>
            </a:extLst>
          </p:cNvPr>
          <p:cNvSpPr>
            <a:spLocks xmlns:a="http://schemas.openxmlformats.org/drawingml/2006/main" noGrp="1"/>
          </p:cNvSpPr>
          <p:nvPr/>
        </p:nvSpPr>
        <p:spPr>
          <a:xfrm xmlns:a="http://schemas.openxmlformats.org/drawingml/2006/main">
            <a:off x="4267200" y="7553325"/>
            <a:ext cx="335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243746"/>
                </a:solidFill>
                <a:latin typeface="Nimbus Sans"/>
                <a:ea typeface="Nimbus Sans"/>
                <a:cs typeface="Nimbus Sans"/>
              </a:defRPr>
            </a:defPPr>
            <a:lvl1pPr algn="l">
              <a:defRPr sz="1500" b="0">
                <a:solidFill>
                  <a:srgbClr val="243746"/>
                </a:solidFill>
                <a:latin typeface="Nimbus Sans"/>
                <a:ea typeface="Nimbus Sans"/>
                <a:cs typeface="Nimbus Sans"/>
              </a:defRPr>
            </a:lvl1pPr>
            <a:lvl2pPr algn="l">
              <a:defRPr sz="1500" b="0">
                <a:solidFill>
                  <a:srgbClr val="243746"/>
                </a:solidFill>
                <a:latin typeface="Nimbus Sans"/>
                <a:ea typeface="Nimbus Sans"/>
                <a:cs typeface="Nimbus Sans"/>
              </a:defRPr>
            </a:lvl2pPr>
            <a:lvl3pPr algn="l">
              <a:defRPr sz="1500" b="0">
                <a:solidFill>
                  <a:srgbClr val="243746"/>
                </a:solidFill>
                <a:latin typeface="Nimbus Sans"/>
                <a:ea typeface="Nimbus Sans"/>
                <a:cs typeface="Nimbus Sans"/>
              </a:defRPr>
            </a:lvl3pPr>
            <a:lvl4pPr algn="l">
              <a:defRPr sz="1500" b="0">
                <a:solidFill>
                  <a:srgbClr val="243746"/>
                </a:solidFill>
                <a:latin typeface="Nimbus Sans"/>
                <a:ea typeface="Nimbus Sans"/>
                <a:cs typeface="Nimbus Sans"/>
              </a:defRPr>
            </a:lvl4pPr>
            <a:lvl5pPr algn="l">
              <a:defRPr sz="1500" b="0">
                <a:solidFill>
                  <a:srgbClr val="243746"/>
                </a:solidFill>
                <a:latin typeface="Nimbus Sans"/>
                <a:ea typeface="Nimbus Sans"/>
                <a:cs typeface="Nimbus Sans"/>
              </a:defRPr>
            </a:lvl5pPr>
            <a:lvl6pPr algn="l">
              <a:defRPr sz="1500" b="0">
                <a:solidFill>
                  <a:srgbClr val="243746"/>
                </a:solidFill>
                <a:latin typeface="Nimbus Sans"/>
                <a:ea typeface="Nimbus Sans"/>
                <a:cs typeface="Nimbus Sans"/>
              </a:defRPr>
            </a:lvl6pPr>
            <a:lvl7pPr algn="l">
              <a:defRPr sz="1500" b="0">
                <a:solidFill>
                  <a:srgbClr val="243746"/>
                </a:solidFill>
                <a:latin typeface="Nimbus Sans"/>
                <a:ea typeface="Nimbus Sans"/>
                <a:cs typeface="Nimbus Sans"/>
              </a:defRPr>
            </a:lvl7pPr>
            <a:lvl8pPr algn="l">
              <a:defRPr sz="1500" b="0">
                <a:solidFill>
                  <a:srgbClr val="243746"/>
                </a:solidFill>
                <a:latin typeface="Nimbus Sans"/>
                <a:ea typeface="Nimbus Sans"/>
                <a:cs typeface="Nimbus Sans"/>
              </a:defRPr>
            </a:lvl8pPr>
            <a:lvl9pPr algn="l">
              <a:defRPr sz="1500" b="0">
                <a:solidFill>
                  <a:srgbClr val="243746"/>
                </a:solidFill>
                <a:latin typeface="Nimbus Sans"/>
                <a:ea typeface="Nimbus Sans"/>
                <a:cs typeface="Nimbus Sans"/>
              </a:defRPr>
            </a:lvl9pPr>
          </a:lstStyle>
          <a:p xmlns:a="http://schemas.openxmlformats.org/drawingml/2006/main">
            <a:pPr algn="l">
              <a:lnSpc>
                <a:spcPct val="108000"/>
              </a:lnSpc>
              <a:buNone/>
              <a:defRPr sz="1500" b="0">
                <a:solidFill>
                  <a:srgbClr val="243746"/>
                </a:solidFill>
                <a:latin typeface="Nimbus Sans"/>
                <a:ea typeface="Nimbus Sans"/>
                <a:cs typeface="Nimbus Sans"/>
              </a:defRPr>
            </a:pPr>
            <a:r>
              <a:rPr sz="1500" b="0">
                <a:solidFill>
                  <a:srgbClr val="243746"/>
                </a:solidFill>
                <a:latin typeface="Nimbus Sans"/>
                <a:ea typeface="Nimbus Sans"/>
                <a:cs typeface="Nimbus Sans"/>
              </a:rPr>
              <a:t>SUGAM launch</a:t>
            </a:r>
          </a:p>
        </p:txBody>
      </p:sp>
      <p:sp>
        <p:nvSpPr>
          <p:cNvPr id="41" name="Date 2">
            <a:extLst xmlns:a="http://schemas.openxmlformats.org/drawingml/2006/main">
              <a:ext uri="{FF2B5EF4-FFF2-40B4-BE49-F238E27FC236}">
                <a16:creationId xmlns:a16="http://schemas.microsoft.com/office/drawing/2014/main" id="{A8AE3530-B0C3-4275-88B4-18C8DB74FE9F}"/>
              </a:ext>
            </a:extLst>
          </p:cNvPr>
          <p:cNvSpPr>
            <a:spLocks xmlns:a="http://schemas.openxmlformats.org/drawingml/2006/main" noGrp="1"/>
          </p:cNvSpPr>
          <p:nvPr/>
        </p:nvSpPr>
        <p:spPr>
          <a:xfrm xmlns:a="http://schemas.openxmlformats.org/drawingml/2006/main">
            <a:off x="7924800" y="7210425"/>
            <a:ext cx="335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1">
                <a:solidFill>
                  <a:srgbClr val="0067A6"/>
                </a:solidFill>
                <a:latin typeface="Nimbus Sans"/>
                <a:ea typeface="Nimbus Sans"/>
                <a:cs typeface="Nimbus Sans"/>
              </a:defRPr>
            </a:defPPr>
            <a:lvl1pPr algn="l">
              <a:defRPr sz="1800" b="1">
                <a:solidFill>
                  <a:srgbClr val="0067A6"/>
                </a:solidFill>
                <a:latin typeface="Nimbus Sans"/>
                <a:ea typeface="Nimbus Sans"/>
                <a:cs typeface="Nimbus Sans"/>
              </a:defRPr>
            </a:lvl1pPr>
            <a:lvl2pPr algn="l">
              <a:defRPr sz="1800" b="1">
                <a:solidFill>
                  <a:srgbClr val="0067A6"/>
                </a:solidFill>
                <a:latin typeface="Nimbus Sans"/>
                <a:ea typeface="Nimbus Sans"/>
                <a:cs typeface="Nimbus Sans"/>
              </a:defRPr>
            </a:lvl2pPr>
            <a:lvl3pPr algn="l">
              <a:defRPr sz="1800" b="1">
                <a:solidFill>
                  <a:srgbClr val="0067A6"/>
                </a:solidFill>
                <a:latin typeface="Nimbus Sans"/>
                <a:ea typeface="Nimbus Sans"/>
                <a:cs typeface="Nimbus Sans"/>
              </a:defRPr>
            </a:lvl3pPr>
            <a:lvl4pPr algn="l">
              <a:defRPr sz="1800" b="1">
                <a:solidFill>
                  <a:srgbClr val="0067A6"/>
                </a:solidFill>
                <a:latin typeface="Nimbus Sans"/>
                <a:ea typeface="Nimbus Sans"/>
                <a:cs typeface="Nimbus Sans"/>
              </a:defRPr>
            </a:lvl4pPr>
            <a:lvl5pPr algn="l">
              <a:defRPr sz="1800" b="1">
                <a:solidFill>
                  <a:srgbClr val="0067A6"/>
                </a:solidFill>
                <a:latin typeface="Nimbus Sans"/>
                <a:ea typeface="Nimbus Sans"/>
                <a:cs typeface="Nimbus Sans"/>
              </a:defRPr>
            </a:lvl5pPr>
            <a:lvl6pPr algn="l">
              <a:defRPr sz="1800" b="1">
                <a:solidFill>
                  <a:srgbClr val="0067A6"/>
                </a:solidFill>
                <a:latin typeface="Nimbus Sans"/>
                <a:ea typeface="Nimbus Sans"/>
                <a:cs typeface="Nimbus Sans"/>
              </a:defRPr>
            </a:lvl6pPr>
            <a:lvl7pPr algn="l">
              <a:defRPr sz="1800" b="1">
                <a:solidFill>
                  <a:srgbClr val="0067A6"/>
                </a:solidFill>
                <a:latin typeface="Nimbus Sans"/>
                <a:ea typeface="Nimbus Sans"/>
                <a:cs typeface="Nimbus Sans"/>
              </a:defRPr>
            </a:lvl7pPr>
            <a:lvl8pPr algn="l">
              <a:defRPr sz="1800" b="1">
                <a:solidFill>
                  <a:srgbClr val="0067A6"/>
                </a:solidFill>
                <a:latin typeface="Nimbus Sans"/>
                <a:ea typeface="Nimbus Sans"/>
                <a:cs typeface="Nimbus Sans"/>
              </a:defRPr>
            </a:lvl8pPr>
            <a:lvl9pPr algn="l">
              <a:defRPr sz="1800" b="1">
                <a:solidFill>
                  <a:srgbClr val="0067A6"/>
                </a:solidFill>
                <a:latin typeface="Nimbus Sans"/>
                <a:ea typeface="Nimbus Sans"/>
                <a:cs typeface="Nimbus Sans"/>
              </a:defRPr>
            </a:lvl9pPr>
          </a:lstStyle>
          <a:p xmlns:a="http://schemas.openxmlformats.org/drawingml/2006/main">
            <a:pPr algn="l">
              <a:lnSpc>
                <a:spcPct val="108000"/>
              </a:lnSpc>
              <a:buNone/>
              <a:defRPr sz="1800" b="1">
                <a:solidFill>
                  <a:srgbClr val="0067A6"/>
                </a:solidFill>
                <a:latin typeface="Nimbus Sans"/>
                <a:ea typeface="Nimbus Sans"/>
                <a:cs typeface="Nimbus Sans"/>
              </a:defRPr>
            </a:pPr>
            <a:r>
              <a:rPr sz="1800" b="1">
                <a:solidFill>
                  <a:srgbClr val="0067A6"/>
                </a:solidFill>
                <a:latin typeface="Nimbus Sans"/>
                <a:ea typeface="Nimbus Sans"/>
                <a:cs typeface="Nimbus Sans"/>
              </a:rPr>
              <a:t>2016</a:t>
            </a:r>
          </a:p>
        </p:txBody>
      </p:sp>
      <p:sp>
        <p:nvSpPr>
          <p:cNvPr id="42" name="Milestone 2">
            <a:extLst xmlns:a="http://schemas.openxmlformats.org/drawingml/2006/main">
              <a:ext uri="{FF2B5EF4-FFF2-40B4-BE49-F238E27FC236}">
                <a16:creationId xmlns:a16="http://schemas.microsoft.com/office/drawing/2014/main" id="{160A452D-2113-4BF2-8688-9B3A0FCE6ADD}"/>
              </a:ext>
            </a:extLst>
          </p:cNvPr>
          <p:cNvSpPr>
            <a:spLocks xmlns:a="http://schemas.openxmlformats.org/drawingml/2006/main" noGrp="1"/>
          </p:cNvSpPr>
          <p:nvPr/>
        </p:nvSpPr>
        <p:spPr>
          <a:xfrm xmlns:a="http://schemas.openxmlformats.org/drawingml/2006/main">
            <a:off x="7924800" y="7553325"/>
            <a:ext cx="335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243746"/>
                </a:solidFill>
                <a:latin typeface="Nimbus Sans"/>
                <a:ea typeface="Nimbus Sans"/>
                <a:cs typeface="Nimbus Sans"/>
              </a:defRPr>
            </a:defPPr>
            <a:lvl1pPr algn="l">
              <a:defRPr sz="1500" b="0">
                <a:solidFill>
                  <a:srgbClr val="243746"/>
                </a:solidFill>
                <a:latin typeface="Nimbus Sans"/>
                <a:ea typeface="Nimbus Sans"/>
                <a:cs typeface="Nimbus Sans"/>
              </a:defRPr>
            </a:lvl1pPr>
            <a:lvl2pPr algn="l">
              <a:defRPr sz="1500" b="0">
                <a:solidFill>
                  <a:srgbClr val="243746"/>
                </a:solidFill>
                <a:latin typeface="Nimbus Sans"/>
                <a:ea typeface="Nimbus Sans"/>
                <a:cs typeface="Nimbus Sans"/>
              </a:defRPr>
            </a:lvl2pPr>
            <a:lvl3pPr algn="l">
              <a:defRPr sz="1500" b="0">
                <a:solidFill>
                  <a:srgbClr val="243746"/>
                </a:solidFill>
                <a:latin typeface="Nimbus Sans"/>
                <a:ea typeface="Nimbus Sans"/>
                <a:cs typeface="Nimbus Sans"/>
              </a:defRPr>
            </a:lvl3pPr>
            <a:lvl4pPr algn="l">
              <a:defRPr sz="1500" b="0">
                <a:solidFill>
                  <a:srgbClr val="243746"/>
                </a:solidFill>
                <a:latin typeface="Nimbus Sans"/>
                <a:ea typeface="Nimbus Sans"/>
                <a:cs typeface="Nimbus Sans"/>
              </a:defRPr>
            </a:lvl4pPr>
            <a:lvl5pPr algn="l">
              <a:defRPr sz="1500" b="0">
                <a:solidFill>
                  <a:srgbClr val="243746"/>
                </a:solidFill>
                <a:latin typeface="Nimbus Sans"/>
                <a:ea typeface="Nimbus Sans"/>
                <a:cs typeface="Nimbus Sans"/>
              </a:defRPr>
            </a:lvl5pPr>
            <a:lvl6pPr algn="l">
              <a:defRPr sz="1500" b="0">
                <a:solidFill>
                  <a:srgbClr val="243746"/>
                </a:solidFill>
                <a:latin typeface="Nimbus Sans"/>
                <a:ea typeface="Nimbus Sans"/>
                <a:cs typeface="Nimbus Sans"/>
              </a:defRPr>
            </a:lvl6pPr>
            <a:lvl7pPr algn="l">
              <a:defRPr sz="1500" b="0">
                <a:solidFill>
                  <a:srgbClr val="243746"/>
                </a:solidFill>
                <a:latin typeface="Nimbus Sans"/>
                <a:ea typeface="Nimbus Sans"/>
                <a:cs typeface="Nimbus Sans"/>
              </a:defRPr>
            </a:lvl7pPr>
            <a:lvl8pPr algn="l">
              <a:defRPr sz="1500" b="0">
                <a:solidFill>
                  <a:srgbClr val="243746"/>
                </a:solidFill>
                <a:latin typeface="Nimbus Sans"/>
                <a:ea typeface="Nimbus Sans"/>
                <a:cs typeface="Nimbus Sans"/>
              </a:defRPr>
            </a:lvl8pPr>
            <a:lvl9pPr algn="l">
              <a:defRPr sz="1500" b="0">
                <a:solidFill>
                  <a:srgbClr val="243746"/>
                </a:solidFill>
                <a:latin typeface="Nimbus Sans"/>
                <a:ea typeface="Nimbus Sans"/>
                <a:cs typeface="Nimbus Sans"/>
              </a:defRPr>
            </a:lvl9pPr>
          </a:lstStyle>
          <a:p xmlns:a="http://schemas.openxmlformats.org/drawingml/2006/main">
            <a:pPr algn="l">
              <a:lnSpc>
                <a:spcPct val="108000"/>
              </a:lnSpc>
              <a:buNone/>
              <a:defRPr sz="1500" b="0">
                <a:solidFill>
                  <a:srgbClr val="243746"/>
                </a:solidFill>
                <a:latin typeface="Nimbus Sans"/>
                <a:ea typeface="Nimbus Sans"/>
                <a:cs typeface="Nimbus Sans"/>
              </a:defRPr>
            </a:pPr>
            <a:r>
              <a:rPr sz="1500" b="0">
                <a:solidFill>
                  <a:srgbClr val="243746"/>
                </a:solidFill>
                <a:latin typeface="Nimbus Sans"/>
                <a:ea typeface="Nimbus Sans"/>
                <a:cs typeface="Nimbus Sans"/>
              </a:rPr>
              <a:t>Clinical-trial filing rollout</a:t>
            </a:r>
          </a:p>
        </p:txBody>
      </p:sp>
      <p:sp>
        <p:nvSpPr>
          <p:cNvPr id="43" name="Date 3">
            <a:extLst xmlns:a="http://schemas.openxmlformats.org/drawingml/2006/main">
              <a:ext uri="{FF2B5EF4-FFF2-40B4-BE49-F238E27FC236}">
                <a16:creationId xmlns:a16="http://schemas.microsoft.com/office/drawing/2014/main" id="{DA3DAC64-B459-4DA7-8D50-72D9D2CA64B6}"/>
              </a:ext>
            </a:extLst>
          </p:cNvPr>
          <p:cNvSpPr>
            <a:spLocks xmlns:a="http://schemas.openxmlformats.org/drawingml/2006/main" noGrp="1"/>
          </p:cNvSpPr>
          <p:nvPr/>
        </p:nvSpPr>
        <p:spPr>
          <a:xfrm xmlns:a="http://schemas.openxmlformats.org/drawingml/2006/main">
            <a:off x="11582400" y="7210425"/>
            <a:ext cx="335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1">
                <a:solidFill>
                  <a:srgbClr val="0067A6"/>
                </a:solidFill>
                <a:latin typeface="Nimbus Sans"/>
                <a:ea typeface="Nimbus Sans"/>
                <a:cs typeface="Nimbus Sans"/>
              </a:defRPr>
            </a:defPPr>
            <a:lvl1pPr algn="l">
              <a:defRPr sz="1800" b="1">
                <a:solidFill>
                  <a:srgbClr val="0067A6"/>
                </a:solidFill>
                <a:latin typeface="Nimbus Sans"/>
                <a:ea typeface="Nimbus Sans"/>
                <a:cs typeface="Nimbus Sans"/>
              </a:defRPr>
            </a:lvl1pPr>
            <a:lvl2pPr algn="l">
              <a:defRPr sz="1800" b="1">
                <a:solidFill>
                  <a:srgbClr val="0067A6"/>
                </a:solidFill>
                <a:latin typeface="Nimbus Sans"/>
                <a:ea typeface="Nimbus Sans"/>
                <a:cs typeface="Nimbus Sans"/>
              </a:defRPr>
            </a:lvl2pPr>
            <a:lvl3pPr algn="l">
              <a:defRPr sz="1800" b="1">
                <a:solidFill>
                  <a:srgbClr val="0067A6"/>
                </a:solidFill>
                <a:latin typeface="Nimbus Sans"/>
                <a:ea typeface="Nimbus Sans"/>
                <a:cs typeface="Nimbus Sans"/>
              </a:defRPr>
            </a:lvl3pPr>
            <a:lvl4pPr algn="l">
              <a:defRPr sz="1800" b="1">
                <a:solidFill>
                  <a:srgbClr val="0067A6"/>
                </a:solidFill>
                <a:latin typeface="Nimbus Sans"/>
                <a:ea typeface="Nimbus Sans"/>
                <a:cs typeface="Nimbus Sans"/>
              </a:defRPr>
            </a:lvl4pPr>
            <a:lvl5pPr algn="l">
              <a:defRPr sz="1800" b="1">
                <a:solidFill>
                  <a:srgbClr val="0067A6"/>
                </a:solidFill>
                <a:latin typeface="Nimbus Sans"/>
                <a:ea typeface="Nimbus Sans"/>
                <a:cs typeface="Nimbus Sans"/>
              </a:defRPr>
            </a:lvl5pPr>
            <a:lvl6pPr algn="l">
              <a:defRPr sz="1800" b="1">
                <a:solidFill>
                  <a:srgbClr val="0067A6"/>
                </a:solidFill>
                <a:latin typeface="Nimbus Sans"/>
                <a:ea typeface="Nimbus Sans"/>
                <a:cs typeface="Nimbus Sans"/>
              </a:defRPr>
            </a:lvl6pPr>
            <a:lvl7pPr algn="l">
              <a:defRPr sz="1800" b="1">
                <a:solidFill>
                  <a:srgbClr val="0067A6"/>
                </a:solidFill>
                <a:latin typeface="Nimbus Sans"/>
                <a:ea typeface="Nimbus Sans"/>
                <a:cs typeface="Nimbus Sans"/>
              </a:defRPr>
            </a:lvl7pPr>
            <a:lvl8pPr algn="l">
              <a:defRPr sz="1800" b="1">
                <a:solidFill>
                  <a:srgbClr val="0067A6"/>
                </a:solidFill>
                <a:latin typeface="Nimbus Sans"/>
                <a:ea typeface="Nimbus Sans"/>
                <a:cs typeface="Nimbus Sans"/>
              </a:defRPr>
            </a:lvl8pPr>
            <a:lvl9pPr algn="l">
              <a:defRPr sz="1800" b="1">
                <a:solidFill>
                  <a:srgbClr val="0067A6"/>
                </a:solidFill>
                <a:latin typeface="Nimbus Sans"/>
                <a:ea typeface="Nimbus Sans"/>
                <a:cs typeface="Nimbus Sans"/>
              </a:defRPr>
            </a:lvl9pPr>
          </a:lstStyle>
          <a:p xmlns:a="http://schemas.openxmlformats.org/drawingml/2006/main">
            <a:pPr algn="l">
              <a:lnSpc>
                <a:spcPct val="108000"/>
              </a:lnSpc>
              <a:buNone/>
              <a:defRPr sz="1800" b="1">
                <a:solidFill>
                  <a:srgbClr val="0067A6"/>
                </a:solidFill>
                <a:latin typeface="Nimbus Sans"/>
                <a:ea typeface="Nimbus Sans"/>
                <a:cs typeface="Nimbus Sans"/>
              </a:defRPr>
            </a:pPr>
            <a:r>
              <a:rPr sz="1800" b="1">
                <a:solidFill>
                  <a:srgbClr val="0067A6"/>
                </a:solidFill>
                <a:latin typeface="Nimbus Sans"/>
                <a:ea typeface="Nimbus Sans"/>
                <a:cs typeface="Nimbus Sans"/>
              </a:rPr>
              <a:t>2025</a:t>
            </a:r>
          </a:p>
        </p:txBody>
      </p:sp>
      <p:sp>
        <p:nvSpPr>
          <p:cNvPr id="44" name="Milestone 3">
            <a:extLst xmlns:a="http://schemas.openxmlformats.org/drawingml/2006/main">
              <a:ext uri="{FF2B5EF4-FFF2-40B4-BE49-F238E27FC236}">
                <a16:creationId xmlns:a16="http://schemas.microsoft.com/office/drawing/2014/main" id="{2BAC5552-EF4C-43B1-B34C-E6A0D9FB2D09}"/>
              </a:ext>
            </a:extLst>
          </p:cNvPr>
          <p:cNvSpPr>
            <a:spLocks xmlns:a="http://schemas.openxmlformats.org/drawingml/2006/main" noGrp="1"/>
          </p:cNvSpPr>
          <p:nvPr/>
        </p:nvSpPr>
        <p:spPr>
          <a:xfrm xmlns:a="http://schemas.openxmlformats.org/drawingml/2006/main">
            <a:off x="11582400" y="7553325"/>
            <a:ext cx="335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243746"/>
                </a:solidFill>
                <a:latin typeface="Nimbus Sans"/>
                <a:ea typeface="Nimbus Sans"/>
                <a:cs typeface="Nimbus Sans"/>
              </a:defRPr>
            </a:defPPr>
            <a:lvl1pPr algn="l">
              <a:defRPr sz="1500" b="0">
                <a:solidFill>
                  <a:srgbClr val="243746"/>
                </a:solidFill>
                <a:latin typeface="Nimbus Sans"/>
                <a:ea typeface="Nimbus Sans"/>
                <a:cs typeface="Nimbus Sans"/>
              </a:defRPr>
            </a:lvl1pPr>
            <a:lvl2pPr algn="l">
              <a:defRPr sz="1500" b="0">
                <a:solidFill>
                  <a:srgbClr val="243746"/>
                </a:solidFill>
                <a:latin typeface="Nimbus Sans"/>
                <a:ea typeface="Nimbus Sans"/>
                <a:cs typeface="Nimbus Sans"/>
              </a:defRPr>
            </a:lvl2pPr>
            <a:lvl3pPr algn="l">
              <a:defRPr sz="1500" b="0">
                <a:solidFill>
                  <a:srgbClr val="243746"/>
                </a:solidFill>
                <a:latin typeface="Nimbus Sans"/>
                <a:ea typeface="Nimbus Sans"/>
                <a:cs typeface="Nimbus Sans"/>
              </a:defRPr>
            </a:lvl3pPr>
            <a:lvl4pPr algn="l">
              <a:defRPr sz="1500" b="0">
                <a:solidFill>
                  <a:srgbClr val="243746"/>
                </a:solidFill>
                <a:latin typeface="Nimbus Sans"/>
                <a:ea typeface="Nimbus Sans"/>
                <a:cs typeface="Nimbus Sans"/>
              </a:defRPr>
            </a:lvl4pPr>
            <a:lvl5pPr algn="l">
              <a:defRPr sz="1500" b="0">
                <a:solidFill>
                  <a:srgbClr val="243746"/>
                </a:solidFill>
                <a:latin typeface="Nimbus Sans"/>
                <a:ea typeface="Nimbus Sans"/>
                <a:cs typeface="Nimbus Sans"/>
              </a:defRPr>
            </a:lvl5pPr>
            <a:lvl6pPr algn="l">
              <a:defRPr sz="1500" b="0">
                <a:solidFill>
                  <a:srgbClr val="243746"/>
                </a:solidFill>
                <a:latin typeface="Nimbus Sans"/>
                <a:ea typeface="Nimbus Sans"/>
                <a:cs typeface="Nimbus Sans"/>
              </a:defRPr>
            </a:lvl6pPr>
            <a:lvl7pPr algn="l">
              <a:defRPr sz="1500" b="0">
                <a:solidFill>
                  <a:srgbClr val="243746"/>
                </a:solidFill>
                <a:latin typeface="Nimbus Sans"/>
                <a:ea typeface="Nimbus Sans"/>
                <a:cs typeface="Nimbus Sans"/>
              </a:defRPr>
            </a:lvl7pPr>
            <a:lvl8pPr algn="l">
              <a:defRPr sz="1500" b="0">
                <a:solidFill>
                  <a:srgbClr val="243746"/>
                </a:solidFill>
                <a:latin typeface="Nimbus Sans"/>
                <a:ea typeface="Nimbus Sans"/>
                <a:cs typeface="Nimbus Sans"/>
              </a:defRPr>
            </a:lvl8pPr>
            <a:lvl9pPr algn="l">
              <a:defRPr sz="1500" b="0">
                <a:solidFill>
                  <a:srgbClr val="243746"/>
                </a:solidFill>
                <a:latin typeface="Nimbus Sans"/>
                <a:ea typeface="Nimbus Sans"/>
                <a:cs typeface="Nimbus Sans"/>
              </a:defRPr>
            </a:lvl9pPr>
          </a:lstStyle>
          <a:p xmlns:a="http://schemas.openxmlformats.org/drawingml/2006/main">
            <a:pPr algn="l">
              <a:lnSpc>
                <a:spcPct val="108000"/>
              </a:lnSpc>
              <a:buNone/>
              <a:defRPr sz="1500" b="0">
                <a:solidFill>
                  <a:srgbClr val="243746"/>
                </a:solidFill>
                <a:latin typeface="Nimbus Sans"/>
                <a:ea typeface="Nimbus Sans"/>
                <a:cs typeface="Nimbus Sans"/>
              </a:defRPr>
            </a:pPr>
            <a:r>
              <a:rPr sz="1500" b="0">
                <a:solidFill>
                  <a:srgbClr val="243746"/>
                </a:solidFill>
                <a:latin typeface="Nimbus Sans"/>
                <a:ea typeface="Nimbus Sans"/>
                <a:cs typeface="Nimbus Sans"/>
              </a:rPr>
              <a:t>Site / PI changes online</a:t>
            </a:r>
          </a:p>
        </p:txBody>
      </p:sp>
      <p:sp>
        <p:nvSpPr>
          <p:cNvPr id="45" name="Footer rule">
            <a:extLst xmlns:a="http://schemas.openxmlformats.org/drawingml/2006/main">
              <a:ext uri="{FF2B5EF4-FFF2-40B4-BE49-F238E27FC236}">
                <a16:creationId xmlns:a16="http://schemas.microsoft.com/office/drawing/2014/main" id="{2C338EE3-BE46-43E4-BF5C-8AA7A683FFC2}"/>
              </a:ext>
            </a:extLst>
          </p:cNvPr>
          <p:cNvSpPr>
            <a:spLocks xmlns:a="http://schemas.openxmlformats.org/drawingml/2006/main" noGrp="1"/>
          </p:cNvSpPr>
          <p:nvPr/>
        </p:nvSpPr>
        <p:spPr>
          <a:xfrm xmlns:a="http://schemas.openxmlformats.org/drawingml/2006/main">
            <a:off x="609600" y="7953375"/>
            <a:ext cx="14020800" cy="9525"/>
          </a:xfrm>
          <a:prstGeom xmlns:a="http://schemas.openxmlformats.org/drawingml/2006/main" prst="rect">
            <a:avLst/>
          </a:prstGeom>
          <a:solidFill xmlns:a="http://schemas.openxmlformats.org/drawingml/2006/main">
            <a:srgbClr val="D8E2E9"/>
          </a:solidFill>
          <a:ln xmlns:a="http://schemas.openxmlformats.org/drawingml/2006/main" w="0">
            <a:noFill/>
            <a:prstDash val="solid"/>
          </a:ln>
        </p:spPr>
      </p:sp>
      <p:sp>
        <p:nvSpPr>
          <p:cNvPr id="46" name="Source and scope">
            <a:extLst xmlns:a="http://schemas.openxmlformats.org/drawingml/2006/main">
              <a:ext uri="{FF2B5EF4-FFF2-40B4-BE49-F238E27FC236}">
                <a16:creationId xmlns:a16="http://schemas.microsoft.com/office/drawing/2014/main" id="{C3991387-44A0-467A-98E8-E7DC7BB5D6B1}"/>
              </a:ext>
            </a:extLst>
          </p:cNvPr>
          <p:cNvSpPr>
            <a:spLocks xmlns:a="http://schemas.openxmlformats.org/drawingml/2006/main" noGrp="1"/>
          </p:cNvSpPr>
          <p:nvPr/>
        </p:nvSpPr>
        <p:spPr>
          <a:xfrm xmlns:a="http://schemas.openxmlformats.org/drawingml/2006/main">
            <a:off x="609600" y="8058150"/>
            <a:ext cx="1402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125" b="0">
                <a:solidFill>
                  <a:srgbClr val="657682"/>
                </a:solidFill>
                <a:latin typeface="Nimbus Sans"/>
                <a:ea typeface="Nimbus Sans"/>
                <a:cs typeface="Nimbus Sans"/>
              </a:defRPr>
            </a:defPPr>
            <a:lvl1pPr algn="l">
              <a:defRPr sz="1125" b="0">
                <a:solidFill>
                  <a:srgbClr val="657682"/>
                </a:solidFill>
                <a:latin typeface="Nimbus Sans"/>
                <a:ea typeface="Nimbus Sans"/>
                <a:cs typeface="Nimbus Sans"/>
              </a:defRPr>
            </a:lvl1pPr>
            <a:lvl2pPr algn="l">
              <a:defRPr sz="1125" b="0">
                <a:solidFill>
                  <a:srgbClr val="657682"/>
                </a:solidFill>
                <a:latin typeface="Nimbus Sans"/>
                <a:ea typeface="Nimbus Sans"/>
                <a:cs typeface="Nimbus Sans"/>
              </a:defRPr>
            </a:lvl2pPr>
            <a:lvl3pPr algn="l">
              <a:defRPr sz="1125" b="0">
                <a:solidFill>
                  <a:srgbClr val="657682"/>
                </a:solidFill>
                <a:latin typeface="Nimbus Sans"/>
                <a:ea typeface="Nimbus Sans"/>
                <a:cs typeface="Nimbus Sans"/>
              </a:defRPr>
            </a:lvl3pPr>
            <a:lvl4pPr algn="l">
              <a:defRPr sz="1125" b="0">
                <a:solidFill>
                  <a:srgbClr val="657682"/>
                </a:solidFill>
                <a:latin typeface="Nimbus Sans"/>
                <a:ea typeface="Nimbus Sans"/>
                <a:cs typeface="Nimbus Sans"/>
              </a:defRPr>
            </a:lvl4pPr>
            <a:lvl5pPr algn="l">
              <a:defRPr sz="1125" b="0">
                <a:solidFill>
                  <a:srgbClr val="657682"/>
                </a:solidFill>
                <a:latin typeface="Nimbus Sans"/>
                <a:ea typeface="Nimbus Sans"/>
                <a:cs typeface="Nimbus Sans"/>
              </a:defRPr>
            </a:lvl5pPr>
            <a:lvl6pPr algn="l">
              <a:defRPr sz="1125" b="0">
                <a:solidFill>
                  <a:srgbClr val="657682"/>
                </a:solidFill>
                <a:latin typeface="Nimbus Sans"/>
                <a:ea typeface="Nimbus Sans"/>
                <a:cs typeface="Nimbus Sans"/>
              </a:defRPr>
            </a:lvl6pPr>
            <a:lvl7pPr algn="l">
              <a:defRPr sz="1125" b="0">
                <a:solidFill>
                  <a:srgbClr val="657682"/>
                </a:solidFill>
                <a:latin typeface="Nimbus Sans"/>
                <a:ea typeface="Nimbus Sans"/>
                <a:cs typeface="Nimbus Sans"/>
              </a:defRPr>
            </a:lvl7pPr>
            <a:lvl8pPr algn="l">
              <a:defRPr sz="1125" b="0">
                <a:solidFill>
                  <a:srgbClr val="657682"/>
                </a:solidFill>
                <a:latin typeface="Nimbus Sans"/>
                <a:ea typeface="Nimbus Sans"/>
                <a:cs typeface="Nimbus Sans"/>
              </a:defRPr>
            </a:lvl8pPr>
            <a:lvl9pPr algn="l">
              <a:defRPr sz="1125" b="0">
                <a:solidFill>
                  <a:srgbClr val="657682"/>
                </a:solidFill>
                <a:latin typeface="Nimbus Sans"/>
                <a:ea typeface="Nimbus Sans"/>
                <a:cs typeface="Nimbus Sans"/>
              </a:defRPr>
            </a:lvl9pPr>
          </a:lstStyle>
          <a:p xmlns:a="http://schemas.openxmlformats.org/drawingml/2006/main">
            <a:pPr algn="l">
              <a:lnSpc>
                <a:spcPct val="108000"/>
              </a:lnSpc>
              <a:buNone/>
              <a:defRPr sz="1125" b="0">
                <a:solidFill>
                  <a:srgbClr val="657682"/>
                </a:solidFill>
                <a:latin typeface="Nimbus Sans"/>
                <a:ea typeface="Nimbus Sans"/>
                <a:cs typeface="Nimbus Sans"/>
              </a:defRPr>
            </a:pPr>
            <a:r>
              <a:rPr sz="1125" b="0">
                <a:solidFill>
                  <a:srgbClr val="657682"/>
                </a:solidFill>
                <a:latin typeface="Nimbus Sans"/>
                <a:ea typeface="Nimbus Sans"/>
                <a:cs typeface="Nimbus Sans"/>
              </a:rPr>
              <a:t>Source: CDSCO, CTRI and ClinicalTrials.gov API, retrieved 21 Oct 2026. Industry-led interventional drug / biologic records with India sites.</a:t>
            </a:r>
          </a:p>
        </p:txBody>
      </p:sp>
      <p:sp>
        <p:nvSpPr>
          <p:cNvPr id="47" name="Interpretation">
            <a:extLst xmlns:a="http://schemas.openxmlformats.org/drawingml/2006/main">
              <a:ext uri="{FF2B5EF4-FFF2-40B4-BE49-F238E27FC236}">
                <a16:creationId xmlns:a16="http://schemas.microsoft.com/office/drawing/2014/main" id="{F5D650A8-DE80-4097-8227-3B7C27AB10AA}"/>
              </a:ext>
            </a:extLst>
          </p:cNvPr>
          <p:cNvSpPr>
            <a:spLocks xmlns:a="http://schemas.openxmlformats.org/drawingml/2006/main" noGrp="1"/>
          </p:cNvSpPr>
          <p:nvPr/>
        </p:nvSpPr>
        <p:spPr>
          <a:xfrm xmlns:a="http://schemas.openxmlformats.org/drawingml/2006/main">
            <a:off x="609600" y="8286750"/>
            <a:ext cx="140208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125" b="0">
                <a:solidFill>
                  <a:srgbClr val="657682"/>
                </a:solidFill>
                <a:latin typeface="Nimbus Sans"/>
                <a:ea typeface="Nimbus Sans"/>
                <a:cs typeface="Nimbus Sans"/>
              </a:defRPr>
            </a:defPPr>
            <a:lvl1pPr algn="l">
              <a:defRPr sz="1125" b="0">
                <a:solidFill>
                  <a:srgbClr val="657682"/>
                </a:solidFill>
                <a:latin typeface="Nimbus Sans"/>
                <a:ea typeface="Nimbus Sans"/>
                <a:cs typeface="Nimbus Sans"/>
              </a:defRPr>
            </a:lvl1pPr>
            <a:lvl2pPr algn="l">
              <a:defRPr sz="1125" b="0">
                <a:solidFill>
                  <a:srgbClr val="657682"/>
                </a:solidFill>
                <a:latin typeface="Nimbus Sans"/>
                <a:ea typeface="Nimbus Sans"/>
                <a:cs typeface="Nimbus Sans"/>
              </a:defRPr>
            </a:lvl2pPr>
            <a:lvl3pPr algn="l">
              <a:defRPr sz="1125" b="0">
                <a:solidFill>
                  <a:srgbClr val="657682"/>
                </a:solidFill>
                <a:latin typeface="Nimbus Sans"/>
                <a:ea typeface="Nimbus Sans"/>
                <a:cs typeface="Nimbus Sans"/>
              </a:defRPr>
            </a:lvl3pPr>
            <a:lvl4pPr algn="l">
              <a:defRPr sz="1125" b="0">
                <a:solidFill>
                  <a:srgbClr val="657682"/>
                </a:solidFill>
                <a:latin typeface="Nimbus Sans"/>
                <a:ea typeface="Nimbus Sans"/>
                <a:cs typeface="Nimbus Sans"/>
              </a:defRPr>
            </a:lvl4pPr>
            <a:lvl5pPr algn="l">
              <a:defRPr sz="1125" b="0">
                <a:solidFill>
                  <a:srgbClr val="657682"/>
                </a:solidFill>
                <a:latin typeface="Nimbus Sans"/>
                <a:ea typeface="Nimbus Sans"/>
                <a:cs typeface="Nimbus Sans"/>
              </a:defRPr>
            </a:lvl5pPr>
            <a:lvl6pPr algn="l">
              <a:defRPr sz="1125" b="0">
                <a:solidFill>
                  <a:srgbClr val="657682"/>
                </a:solidFill>
                <a:latin typeface="Nimbus Sans"/>
                <a:ea typeface="Nimbus Sans"/>
                <a:cs typeface="Nimbus Sans"/>
              </a:defRPr>
            </a:lvl6pPr>
            <a:lvl7pPr algn="l">
              <a:defRPr sz="1125" b="0">
                <a:solidFill>
                  <a:srgbClr val="657682"/>
                </a:solidFill>
                <a:latin typeface="Nimbus Sans"/>
                <a:ea typeface="Nimbus Sans"/>
                <a:cs typeface="Nimbus Sans"/>
              </a:defRPr>
            </a:lvl7pPr>
            <a:lvl8pPr algn="l">
              <a:defRPr sz="1125" b="0">
                <a:solidFill>
                  <a:srgbClr val="657682"/>
                </a:solidFill>
                <a:latin typeface="Nimbus Sans"/>
                <a:ea typeface="Nimbus Sans"/>
                <a:cs typeface="Nimbus Sans"/>
              </a:defRPr>
            </a:lvl8pPr>
            <a:lvl9pPr algn="l">
              <a:defRPr sz="1125" b="0">
                <a:solidFill>
                  <a:srgbClr val="657682"/>
                </a:solidFill>
                <a:latin typeface="Nimbus Sans"/>
                <a:ea typeface="Nimbus Sans"/>
                <a:cs typeface="Nimbus Sans"/>
              </a:defRPr>
            </a:lvl9pPr>
          </a:lstStyle>
          <a:p xmlns:a="http://schemas.openxmlformats.org/drawingml/2006/main">
            <a:pPr algn="l">
              <a:lnSpc>
                <a:spcPct val="108000"/>
              </a:lnSpc>
              <a:buNone/>
              <a:defRPr sz="1125" b="0">
                <a:solidFill>
                  <a:srgbClr val="657682"/>
                </a:solidFill>
                <a:latin typeface="Nimbus Sans"/>
                <a:ea typeface="Nimbus Sans"/>
                <a:cs typeface="Nimbus Sans"/>
              </a:defRPr>
            </a:pPr>
            <a:r>
              <a:rPr sz="1125" b="0">
                <a:solidFill>
                  <a:srgbClr val="657682"/>
                </a:solidFill>
                <a:latin typeface="Nimbus Sans"/>
                <a:ea typeface="Nimbus Sans"/>
                <a:cs typeface="Nimbus Sans"/>
              </a:rPr>
              <a:t>Counts measure registry postings, not CDSCO approvals or India trial starts. The comparison does not isolate the impact of digitisation.</a:t>
            </a:r>
          </a:p>
        </p:txBody>
      </p:sp>
    </p:spTree>
    <p:extLst>
      <p:ext uri="{BB962C8B-B14F-4D97-AF65-F5344CB8AC3E}">
        <p14:creationId xmlns:p14="http://schemas.microsoft.com/office/powerpoint/2010/main" val="18795475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2026-10-21T09:47:39.2340000Z</dcterms:created>
  <dcterms:modified xsi:type="dcterms:W3CDTF">2026-10-21T09:47:39.2340000Z</dcterms:modified>
</coreProperties>
</file>